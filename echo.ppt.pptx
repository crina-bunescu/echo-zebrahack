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11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6" r:id="rId9"/>
    <p:sldId id="269" r:id="rId10"/>
  </p:sldIdLst>
  <p:sldSz cx="9144000" cy="5143500" type="screen16x9"/>
  <p:notesSz cx="6858000" cy="9144000"/>
  <p:embeddedFontLst>
    <p:embeddedFont>
      <p:font typeface="Advent Pro SemiBold" pitchFamily="2" charset="77"/>
      <p:regular r:id="rId12"/>
      <p:bold r:id="rId13"/>
      <p:italic r:id="rId14"/>
      <p:boldItalic r:id="rId15"/>
    </p:embeddedFont>
    <p:embeddedFont>
      <p:font typeface="DM Sans" pitchFamily="2" charset="77"/>
      <p:regular r:id="rId16"/>
      <p:bold r:id="rId17"/>
      <p:italic r:id="rId18"/>
      <p:boldItalic r:id="rId19"/>
    </p:embeddedFont>
    <p:embeddedFont>
      <p:font typeface="Fira Code" panose="020B0809050000020004" pitchFamily="49" charset="0"/>
      <p:regular r:id="rId20"/>
      <p:bold r:id="rId21"/>
    </p:embeddedFont>
    <p:embeddedFont>
      <p:font typeface="Fira Sans Condensed Medium" panose="020B0603050000020004" pitchFamily="34" charset="0"/>
      <p:regular r:id="rId22"/>
      <p:bold r:id="rId23"/>
      <p:italic r:id="rId24"/>
      <p:boldItalic r:id="rId25"/>
    </p:embeddedFont>
    <p:embeddedFont>
      <p:font typeface="Inconsolata" pitchFamily="49" charset="77"/>
      <p:regular r:id="rId26"/>
      <p:bold r:id="rId27"/>
    </p:embeddedFont>
    <p:embeddedFont>
      <p:font typeface="Lato" panose="020F0502020204030203" pitchFamily="34" charset="0"/>
      <p:regular r:id="rId28"/>
      <p:bold r:id="rId29"/>
      <p:italic r:id="rId30"/>
      <p:boldItalic r:id="rId31"/>
    </p:embeddedFont>
    <p:embeddedFont>
      <p:font typeface="Open Sans" panose="020B0606030504020204" pitchFamily="34" charset="0"/>
      <p:regular r:id="rId32"/>
      <p:bold r:id="rId33"/>
      <p:italic r:id="rId34"/>
      <p:boldItalic r:id="rId35"/>
    </p:embeddedFont>
    <p:embeddedFont>
      <p:font typeface="Roboto Condensed Light" panose="02000000000000000000" pitchFamily="2" charset="0"/>
      <p:regular r:id="rId36"/>
      <p:italic r:id="rId37"/>
    </p:embeddedFont>
    <p:embeddedFont>
      <p:font typeface="Sora Medium" pitchFamily="2" charset="0"/>
      <p:regular r:id="rId38"/>
      <p:bold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6C06BBD-3417-46A4-BC47-07EDDE73FDBB}">
  <a:tblStyle styleId="{E6C06BBD-3417-46A4-BC47-07EDDE73FDB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30"/>
  </p:normalViewPr>
  <p:slideViewPr>
    <p:cSldViewPr snapToGrid="0">
      <p:cViewPr varScale="1">
        <p:scale>
          <a:sx n="151" d="100"/>
          <a:sy n="151" d="100"/>
        </p:scale>
        <p:origin x="7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font" Target="fonts/font15.fntdata"/><Relationship Id="rId39" Type="http://schemas.openxmlformats.org/officeDocument/2006/relationships/font" Target="fonts/font28.fntdata"/><Relationship Id="rId21" Type="http://schemas.openxmlformats.org/officeDocument/2006/relationships/font" Target="fonts/font10.fntdata"/><Relationship Id="rId34" Type="http://schemas.openxmlformats.org/officeDocument/2006/relationships/font" Target="fonts/font23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font" Target="fonts/font18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32" Type="http://schemas.openxmlformats.org/officeDocument/2006/relationships/font" Target="fonts/font21.fntdata"/><Relationship Id="rId37" Type="http://schemas.openxmlformats.org/officeDocument/2006/relationships/font" Target="fonts/font26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font" Target="fonts/font17.fntdata"/><Relationship Id="rId36" Type="http://schemas.openxmlformats.org/officeDocument/2006/relationships/font" Target="fonts/font25.fntdata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31" Type="http://schemas.openxmlformats.org/officeDocument/2006/relationships/font" Target="fonts/font2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font" Target="fonts/font16.fntdata"/><Relationship Id="rId30" Type="http://schemas.openxmlformats.org/officeDocument/2006/relationships/font" Target="fonts/font19.fntdata"/><Relationship Id="rId35" Type="http://schemas.openxmlformats.org/officeDocument/2006/relationships/font" Target="fonts/font24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33" Type="http://schemas.openxmlformats.org/officeDocument/2006/relationships/font" Target="fonts/font22.fntdata"/><Relationship Id="rId38" Type="http://schemas.openxmlformats.org/officeDocument/2006/relationships/font" Target="fonts/font2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d1bf8d60a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d1bf8d60a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d1bf8d60a4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d1bf8d60a4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20f41e1924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20f41e1924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aff38e860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3aff38e860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afa485414b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3afa485414b_0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d1bf8d60a4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d1bf8d60a4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afa485414b_0_3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3afa485414b_0_3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afa485414b_0_3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3afa485414b_0_3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g3afa485414b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2" name="Google Shape;772;g3afa485414b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69000"/>
          </a:blip>
          <a:stretch>
            <a:fillRect/>
          </a:stretch>
        </p:blipFill>
        <p:spPr>
          <a:xfrm>
            <a:off x="-1" y="-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/>
          <p:nvPr/>
        </p:nvSpPr>
        <p:spPr>
          <a:xfrm>
            <a:off x="668100" y="0"/>
            <a:ext cx="7807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1" name="Google Shape;11;p2"/>
          <p:cNvGrpSpPr/>
          <p:nvPr/>
        </p:nvGrpSpPr>
        <p:grpSpPr>
          <a:xfrm>
            <a:off x="195544" y="181698"/>
            <a:ext cx="8704310" cy="4764462"/>
            <a:chOff x="195544" y="181698"/>
            <a:chExt cx="8704310" cy="4764462"/>
          </a:xfrm>
        </p:grpSpPr>
        <p:grpSp>
          <p:nvGrpSpPr>
            <p:cNvPr id="12" name="Google Shape;12;p2"/>
            <p:cNvGrpSpPr/>
            <p:nvPr/>
          </p:nvGrpSpPr>
          <p:grpSpPr>
            <a:xfrm>
              <a:off x="195544" y="181698"/>
              <a:ext cx="320046" cy="181299"/>
              <a:chOff x="145500" y="178275"/>
              <a:chExt cx="307500" cy="174175"/>
            </a:xfrm>
          </p:grpSpPr>
          <p:cxnSp>
            <p:nvCxnSpPr>
              <p:cNvPr id="13" name="Google Shape;13;p2"/>
              <p:cNvCxnSpPr/>
              <p:nvPr/>
            </p:nvCxnSpPr>
            <p:spPr>
              <a:xfrm>
                <a:off x="145500" y="178275"/>
                <a:ext cx="307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" name="Google Shape;14;p2"/>
              <p:cNvCxnSpPr/>
              <p:nvPr/>
            </p:nvCxnSpPr>
            <p:spPr>
              <a:xfrm>
                <a:off x="145500" y="265363"/>
                <a:ext cx="307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" name="Google Shape;15;p2"/>
              <p:cNvCxnSpPr/>
              <p:nvPr/>
            </p:nvCxnSpPr>
            <p:spPr>
              <a:xfrm>
                <a:off x="145500" y="352450"/>
                <a:ext cx="307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6" name="Google Shape;16;p2"/>
            <p:cNvGrpSpPr/>
            <p:nvPr/>
          </p:nvGrpSpPr>
          <p:grpSpPr>
            <a:xfrm>
              <a:off x="8718555" y="222649"/>
              <a:ext cx="181299" cy="181299"/>
              <a:chOff x="2925550" y="159475"/>
              <a:chExt cx="133200" cy="133200"/>
            </a:xfrm>
          </p:grpSpPr>
          <p:cxnSp>
            <p:nvCxnSpPr>
              <p:cNvPr id="17" name="Google Shape;17;p2"/>
              <p:cNvCxnSpPr/>
              <p:nvPr/>
            </p:nvCxnSpPr>
            <p:spPr>
              <a:xfrm>
                <a:off x="2925550" y="159475"/>
                <a:ext cx="133200" cy="13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" name="Google Shape;18;p2"/>
              <p:cNvCxnSpPr/>
              <p:nvPr/>
            </p:nvCxnSpPr>
            <p:spPr>
              <a:xfrm flipH="1">
                <a:off x="2925550" y="159475"/>
                <a:ext cx="133200" cy="13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9" name="Google Shape;19;p2"/>
            <p:cNvGrpSpPr/>
            <p:nvPr/>
          </p:nvGrpSpPr>
          <p:grpSpPr>
            <a:xfrm>
              <a:off x="253907" y="4342897"/>
              <a:ext cx="203337" cy="603263"/>
              <a:chOff x="253658" y="4551921"/>
              <a:chExt cx="132900" cy="394316"/>
            </a:xfrm>
          </p:grpSpPr>
          <p:sp>
            <p:nvSpPr>
              <p:cNvPr id="20" name="Google Shape;20;p2"/>
              <p:cNvSpPr/>
              <p:nvPr/>
            </p:nvSpPr>
            <p:spPr>
              <a:xfrm>
                <a:off x="253658" y="4816037"/>
                <a:ext cx="132900" cy="130200"/>
              </a:xfrm>
              <a:prstGeom prst="hear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21" name="Google Shape;21;p2"/>
              <p:cNvGrpSpPr/>
              <p:nvPr/>
            </p:nvGrpSpPr>
            <p:grpSpPr>
              <a:xfrm rot="-2700000">
                <a:off x="273134" y="4571377"/>
                <a:ext cx="93942" cy="93942"/>
                <a:chOff x="2925550" y="159475"/>
                <a:chExt cx="133200" cy="133200"/>
              </a:xfrm>
            </p:grpSpPr>
            <p:cxnSp>
              <p:nvCxnSpPr>
                <p:cNvPr id="22" name="Google Shape;22;p2"/>
                <p:cNvCxnSpPr/>
                <p:nvPr/>
              </p:nvCxnSpPr>
              <p:spPr>
                <a:xfrm>
                  <a:off x="2925550" y="159475"/>
                  <a:ext cx="133200" cy="133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3" name="Google Shape;23;p2"/>
                <p:cNvCxnSpPr/>
                <p:nvPr/>
              </p:nvCxnSpPr>
              <p:spPr>
                <a:xfrm flipH="1">
                  <a:off x="2925550" y="159475"/>
                  <a:ext cx="133200" cy="133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24" name="Google Shape;24;p2"/>
          <p:cNvSpPr txBox="1">
            <a:spLocks noGrp="1"/>
          </p:cNvSpPr>
          <p:nvPr>
            <p:ph type="ctrTitle"/>
          </p:nvPr>
        </p:nvSpPr>
        <p:spPr>
          <a:xfrm>
            <a:off x="4451325" y="1255088"/>
            <a:ext cx="3804900" cy="191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 b="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2"/>
          <p:cNvSpPr txBox="1">
            <a:spLocks noGrp="1"/>
          </p:cNvSpPr>
          <p:nvPr>
            <p:ph type="subTitle" idx="1"/>
          </p:nvPr>
        </p:nvSpPr>
        <p:spPr>
          <a:xfrm>
            <a:off x="4451325" y="3188513"/>
            <a:ext cx="2380500" cy="6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Inconsolata"/>
                <a:ea typeface="Inconsolata"/>
                <a:cs typeface="Inconsolata"/>
                <a:sym typeface="Inconsolat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3"/>
          <p:cNvPicPr preferRelativeResize="0"/>
          <p:nvPr/>
        </p:nvPicPr>
        <p:blipFill>
          <a:blip r:embed="rId2">
            <a:alphaModFix amt="69000"/>
          </a:blip>
          <a:stretch>
            <a:fillRect/>
          </a:stretch>
        </p:blipFill>
        <p:spPr>
          <a:xfrm>
            <a:off x="-1" y="-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3"/>
          <p:cNvSpPr/>
          <p:nvPr/>
        </p:nvSpPr>
        <p:spPr>
          <a:xfrm>
            <a:off x="668100" y="0"/>
            <a:ext cx="7807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29" name="Google Shape;29;p3"/>
          <p:cNvGrpSpPr/>
          <p:nvPr/>
        </p:nvGrpSpPr>
        <p:grpSpPr>
          <a:xfrm>
            <a:off x="195544" y="181698"/>
            <a:ext cx="8704310" cy="4764462"/>
            <a:chOff x="195544" y="181698"/>
            <a:chExt cx="8704310" cy="4764462"/>
          </a:xfrm>
        </p:grpSpPr>
        <p:grpSp>
          <p:nvGrpSpPr>
            <p:cNvPr id="30" name="Google Shape;30;p3"/>
            <p:cNvGrpSpPr/>
            <p:nvPr/>
          </p:nvGrpSpPr>
          <p:grpSpPr>
            <a:xfrm>
              <a:off x="195544" y="181698"/>
              <a:ext cx="320046" cy="181299"/>
              <a:chOff x="145500" y="178275"/>
              <a:chExt cx="307500" cy="174175"/>
            </a:xfrm>
          </p:grpSpPr>
          <p:cxnSp>
            <p:nvCxnSpPr>
              <p:cNvPr id="31" name="Google Shape;31;p3"/>
              <p:cNvCxnSpPr/>
              <p:nvPr/>
            </p:nvCxnSpPr>
            <p:spPr>
              <a:xfrm>
                <a:off x="145500" y="178275"/>
                <a:ext cx="307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" name="Google Shape;32;p3"/>
              <p:cNvCxnSpPr/>
              <p:nvPr/>
            </p:nvCxnSpPr>
            <p:spPr>
              <a:xfrm>
                <a:off x="145500" y="265363"/>
                <a:ext cx="307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" name="Google Shape;33;p3"/>
              <p:cNvCxnSpPr/>
              <p:nvPr/>
            </p:nvCxnSpPr>
            <p:spPr>
              <a:xfrm>
                <a:off x="145500" y="352450"/>
                <a:ext cx="307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4" name="Google Shape;34;p3"/>
            <p:cNvGrpSpPr/>
            <p:nvPr/>
          </p:nvGrpSpPr>
          <p:grpSpPr>
            <a:xfrm>
              <a:off x="8718555" y="222649"/>
              <a:ext cx="181299" cy="181299"/>
              <a:chOff x="2925550" y="159475"/>
              <a:chExt cx="133200" cy="133200"/>
            </a:xfrm>
          </p:grpSpPr>
          <p:cxnSp>
            <p:nvCxnSpPr>
              <p:cNvPr id="35" name="Google Shape;35;p3"/>
              <p:cNvCxnSpPr/>
              <p:nvPr/>
            </p:nvCxnSpPr>
            <p:spPr>
              <a:xfrm>
                <a:off x="2925550" y="159475"/>
                <a:ext cx="133200" cy="13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6" name="Google Shape;36;p3"/>
              <p:cNvCxnSpPr/>
              <p:nvPr/>
            </p:nvCxnSpPr>
            <p:spPr>
              <a:xfrm flipH="1">
                <a:off x="2925550" y="159475"/>
                <a:ext cx="133200" cy="13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7" name="Google Shape;37;p3"/>
            <p:cNvGrpSpPr/>
            <p:nvPr/>
          </p:nvGrpSpPr>
          <p:grpSpPr>
            <a:xfrm>
              <a:off x="253907" y="4342897"/>
              <a:ext cx="203337" cy="603263"/>
              <a:chOff x="253658" y="4551921"/>
              <a:chExt cx="132900" cy="394316"/>
            </a:xfrm>
          </p:grpSpPr>
          <p:sp>
            <p:nvSpPr>
              <p:cNvPr id="38" name="Google Shape;38;p3"/>
              <p:cNvSpPr/>
              <p:nvPr/>
            </p:nvSpPr>
            <p:spPr>
              <a:xfrm>
                <a:off x="253658" y="4816037"/>
                <a:ext cx="132900" cy="130200"/>
              </a:xfrm>
              <a:prstGeom prst="hear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39" name="Google Shape;39;p3"/>
              <p:cNvGrpSpPr/>
              <p:nvPr/>
            </p:nvGrpSpPr>
            <p:grpSpPr>
              <a:xfrm rot="-2700000">
                <a:off x="273134" y="4571377"/>
                <a:ext cx="93942" cy="93942"/>
                <a:chOff x="2925550" y="159475"/>
                <a:chExt cx="133200" cy="133200"/>
              </a:xfrm>
            </p:grpSpPr>
            <p:cxnSp>
              <p:nvCxnSpPr>
                <p:cNvPr id="40" name="Google Shape;40;p3"/>
                <p:cNvCxnSpPr/>
                <p:nvPr/>
              </p:nvCxnSpPr>
              <p:spPr>
                <a:xfrm>
                  <a:off x="2925550" y="159475"/>
                  <a:ext cx="133200" cy="133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1" name="Google Shape;41;p3"/>
                <p:cNvCxnSpPr/>
                <p:nvPr/>
              </p:nvCxnSpPr>
              <p:spPr>
                <a:xfrm flipH="1">
                  <a:off x="2925550" y="159475"/>
                  <a:ext cx="133200" cy="133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42" name="Google Shape;42;p3"/>
          <p:cNvSpPr txBox="1">
            <a:spLocks noGrp="1"/>
          </p:cNvSpPr>
          <p:nvPr>
            <p:ph type="title"/>
          </p:nvPr>
        </p:nvSpPr>
        <p:spPr>
          <a:xfrm>
            <a:off x="1008450" y="1918641"/>
            <a:ext cx="3102300" cy="153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3" name="Google Shape;43;p3"/>
          <p:cNvSpPr txBox="1">
            <a:spLocks noGrp="1"/>
          </p:cNvSpPr>
          <p:nvPr>
            <p:ph type="title" idx="2" hasCustomPrompt="1"/>
          </p:nvPr>
        </p:nvSpPr>
        <p:spPr>
          <a:xfrm>
            <a:off x="1008450" y="1076853"/>
            <a:ext cx="17025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48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4" name="Google Shape;44;p3"/>
          <p:cNvSpPr txBox="1">
            <a:spLocks noGrp="1"/>
          </p:cNvSpPr>
          <p:nvPr>
            <p:ph type="subTitle" idx="1"/>
          </p:nvPr>
        </p:nvSpPr>
        <p:spPr>
          <a:xfrm>
            <a:off x="1008450" y="3392166"/>
            <a:ext cx="3102300" cy="6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4"/>
          <p:cNvPicPr preferRelativeResize="0"/>
          <p:nvPr/>
        </p:nvPicPr>
        <p:blipFill>
          <a:blip r:embed="rId2">
            <a:alphaModFix amt="69000"/>
          </a:blip>
          <a:stretch>
            <a:fillRect/>
          </a:stretch>
        </p:blipFill>
        <p:spPr>
          <a:xfrm>
            <a:off x="-1" y="-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4"/>
          <p:cNvSpPr/>
          <p:nvPr/>
        </p:nvSpPr>
        <p:spPr>
          <a:xfrm>
            <a:off x="668100" y="0"/>
            <a:ext cx="7807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48" name="Google Shape;48;p4"/>
          <p:cNvGrpSpPr/>
          <p:nvPr/>
        </p:nvGrpSpPr>
        <p:grpSpPr>
          <a:xfrm>
            <a:off x="195544" y="181698"/>
            <a:ext cx="8704310" cy="4764462"/>
            <a:chOff x="195544" y="181698"/>
            <a:chExt cx="8704310" cy="4764462"/>
          </a:xfrm>
        </p:grpSpPr>
        <p:grpSp>
          <p:nvGrpSpPr>
            <p:cNvPr id="49" name="Google Shape;49;p4"/>
            <p:cNvGrpSpPr/>
            <p:nvPr/>
          </p:nvGrpSpPr>
          <p:grpSpPr>
            <a:xfrm>
              <a:off x="195544" y="181698"/>
              <a:ext cx="320046" cy="181299"/>
              <a:chOff x="145500" y="178275"/>
              <a:chExt cx="307500" cy="174175"/>
            </a:xfrm>
          </p:grpSpPr>
          <p:cxnSp>
            <p:nvCxnSpPr>
              <p:cNvPr id="50" name="Google Shape;50;p4"/>
              <p:cNvCxnSpPr/>
              <p:nvPr/>
            </p:nvCxnSpPr>
            <p:spPr>
              <a:xfrm>
                <a:off x="145500" y="178275"/>
                <a:ext cx="307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" name="Google Shape;51;p4"/>
              <p:cNvCxnSpPr/>
              <p:nvPr/>
            </p:nvCxnSpPr>
            <p:spPr>
              <a:xfrm>
                <a:off x="145500" y="265363"/>
                <a:ext cx="307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" name="Google Shape;52;p4"/>
              <p:cNvCxnSpPr/>
              <p:nvPr/>
            </p:nvCxnSpPr>
            <p:spPr>
              <a:xfrm>
                <a:off x="145500" y="352450"/>
                <a:ext cx="307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53" name="Google Shape;53;p4"/>
            <p:cNvGrpSpPr/>
            <p:nvPr/>
          </p:nvGrpSpPr>
          <p:grpSpPr>
            <a:xfrm>
              <a:off x="8718555" y="222649"/>
              <a:ext cx="181299" cy="181299"/>
              <a:chOff x="2925550" y="159475"/>
              <a:chExt cx="133200" cy="133200"/>
            </a:xfrm>
          </p:grpSpPr>
          <p:cxnSp>
            <p:nvCxnSpPr>
              <p:cNvPr id="54" name="Google Shape;54;p4"/>
              <p:cNvCxnSpPr/>
              <p:nvPr/>
            </p:nvCxnSpPr>
            <p:spPr>
              <a:xfrm>
                <a:off x="2925550" y="159475"/>
                <a:ext cx="133200" cy="13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5" name="Google Shape;55;p4"/>
              <p:cNvCxnSpPr/>
              <p:nvPr/>
            </p:nvCxnSpPr>
            <p:spPr>
              <a:xfrm flipH="1">
                <a:off x="2925550" y="159475"/>
                <a:ext cx="133200" cy="13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56" name="Google Shape;56;p4"/>
            <p:cNvGrpSpPr/>
            <p:nvPr/>
          </p:nvGrpSpPr>
          <p:grpSpPr>
            <a:xfrm>
              <a:off x="253907" y="4342897"/>
              <a:ext cx="203337" cy="603263"/>
              <a:chOff x="253658" y="4551921"/>
              <a:chExt cx="132900" cy="394316"/>
            </a:xfrm>
          </p:grpSpPr>
          <p:sp>
            <p:nvSpPr>
              <p:cNvPr id="57" name="Google Shape;57;p4"/>
              <p:cNvSpPr/>
              <p:nvPr/>
            </p:nvSpPr>
            <p:spPr>
              <a:xfrm>
                <a:off x="253658" y="4816037"/>
                <a:ext cx="132900" cy="130200"/>
              </a:xfrm>
              <a:prstGeom prst="hear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58" name="Google Shape;58;p4"/>
              <p:cNvGrpSpPr/>
              <p:nvPr/>
            </p:nvGrpSpPr>
            <p:grpSpPr>
              <a:xfrm rot="-2700000">
                <a:off x="273134" y="4571377"/>
                <a:ext cx="93942" cy="93942"/>
                <a:chOff x="2925550" y="159475"/>
                <a:chExt cx="133200" cy="133200"/>
              </a:xfrm>
            </p:grpSpPr>
            <p:cxnSp>
              <p:nvCxnSpPr>
                <p:cNvPr id="59" name="Google Shape;59;p4"/>
                <p:cNvCxnSpPr/>
                <p:nvPr/>
              </p:nvCxnSpPr>
              <p:spPr>
                <a:xfrm>
                  <a:off x="2925550" y="159475"/>
                  <a:ext cx="133200" cy="133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0" name="Google Shape;60;p4"/>
                <p:cNvCxnSpPr/>
                <p:nvPr/>
              </p:nvCxnSpPr>
              <p:spPr>
                <a:xfrm flipH="1">
                  <a:off x="2925550" y="159475"/>
                  <a:ext cx="133200" cy="133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61" name="Google Shape;61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4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18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Char char="●"/>
              <a:defRPr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Condensed Light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Condensed Light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Condensed Light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Condensed Light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Condensed Light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Condensed Light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Condensed Light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Condensed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5"/>
          <p:cNvPicPr preferRelativeResize="0"/>
          <p:nvPr/>
        </p:nvPicPr>
        <p:blipFill>
          <a:blip r:embed="rId2">
            <a:alphaModFix amt="69000"/>
          </a:blip>
          <a:stretch>
            <a:fillRect/>
          </a:stretch>
        </p:blipFill>
        <p:spPr>
          <a:xfrm>
            <a:off x="-1" y="-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5"/>
          <p:cNvSpPr/>
          <p:nvPr/>
        </p:nvSpPr>
        <p:spPr>
          <a:xfrm>
            <a:off x="668100" y="0"/>
            <a:ext cx="7807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66" name="Google Shape;66;p5"/>
          <p:cNvGrpSpPr/>
          <p:nvPr/>
        </p:nvGrpSpPr>
        <p:grpSpPr>
          <a:xfrm>
            <a:off x="195544" y="181698"/>
            <a:ext cx="8704310" cy="4764462"/>
            <a:chOff x="195544" y="181698"/>
            <a:chExt cx="8704310" cy="4764462"/>
          </a:xfrm>
        </p:grpSpPr>
        <p:grpSp>
          <p:nvGrpSpPr>
            <p:cNvPr id="67" name="Google Shape;67;p5"/>
            <p:cNvGrpSpPr/>
            <p:nvPr/>
          </p:nvGrpSpPr>
          <p:grpSpPr>
            <a:xfrm>
              <a:off x="195544" y="181698"/>
              <a:ext cx="320046" cy="181299"/>
              <a:chOff x="145500" y="178275"/>
              <a:chExt cx="307500" cy="174175"/>
            </a:xfrm>
          </p:grpSpPr>
          <p:cxnSp>
            <p:nvCxnSpPr>
              <p:cNvPr id="68" name="Google Shape;68;p5"/>
              <p:cNvCxnSpPr/>
              <p:nvPr/>
            </p:nvCxnSpPr>
            <p:spPr>
              <a:xfrm>
                <a:off x="145500" y="178275"/>
                <a:ext cx="307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" name="Google Shape;69;p5"/>
              <p:cNvCxnSpPr/>
              <p:nvPr/>
            </p:nvCxnSpPr>
            <p:spPr>
              <a:xfrm>
                <a:off x="145500" y="265363"/>
                <a:ext cx="307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0" name="Google Shape;70;p5"/>
              <p:cNvCxnSpPr/>
              <p:nvPr/>
            </p:nvCxnSpPr>
            <p:spPr>
              <a:xfrm>
                <a:off x="145500" y="352450"/>
                <a:ext cx="307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71" name="Google Shape;71;p5"/>
            <p:cNvGrpSpPr/>
            <p:nvPr/>
          </p:nvGrpSpPr>
          <p:grpSpPr>
            <a:xfrm>
              <a:off x="8718555" y="222649"/>
              <a:ext cx="181299" cy="181299"/>
              <a:chOff x="2925550" y="159475"/>
              <a:chExt cx="133200" cy="133200"/>
            </a:xfrm>
          </p:grpSpPr>
          <p:cxnSp>
            <p:nvCxnSpPr>
              <p:cNvPr id="72" name="Google Shape;72;p5"/>
              <p:cNvCxnSpPr/>
              <p:nvPr/>
            </p:nvCxnSpPr>
            <p:spPr>
              <a:xfrm>
                <a:off x="2925550" y="159475"/>
                <a:ext cx="133200" cy="13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" name="Google Shape;73;p5"/>
              <p:cNvCxnSpPr/>
              <p:nvPr/>
            </p:nvCxnSpPr>
            <p:spPr>
              <a:xfrm flipH="1">
                <a:off x="2925550" y="159475"/>
                <a:ext cx="133200" cy="13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74" name="Google Shape;74;p5"/>
            <p:cNvGrpSpPr/>
            <p:nvPr/>
          </p:nvGrpSpPr>
          <p:grpSpPr>
            <a:xfrm>
              <a:off x="253907" y="4342897"/>
              <a:ext cx="203337" cy="603263"/>
              <a:chOff x="253658" y="4551921"/>
              <a:chExt cx="132900" cy="394316"/>
            </a:xfrm>
          </p:grpSpPr>
          <p:sp>
            <p:nvSpPr>
              <p:cNvPr id="75" name="Google Shape;75;p5"/>
              <p:cNvSpPr/>
              <p:nvPr/>
            </p:nvSpPr>
            <p:spPr>
              <a:xfrm>
                <a:off x="253658" y="4816037"/>
                <a:ext cx="132900" cy="130200"/>
              </a:xfrm>
              <a:prstGeom prst="hear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76" name="Google Shape;76;p5"/>
              <p:cNvGrpSpPr/>
              <p:nvPr/>
            </p:nvGrpSpPr>
            <p:grpSpPr>
              <a:xfrm rot="-2700000">
                <a:off x="273134" y="4571377"/>
                <a:ext cx="93942" cy="93942"/>
                <a:chOff x="2925550" y="159475"/>
                <a:chExt cx="133200" cy="133200"/>
              </a:xfrm>
            </p:grpSpPr>
            <p:cxnSp>
              <p:nvCxnSpPr>
                <p:cNvPr id="77" name="Google Shape;77;p5"/>
                <p:cNvCxnSpPr/>
                <p:nvPr/>
              </p:nvCxnSpPr>
              <p:spPr>
                <a:xfrm>
                  <a:off x="2925550" y="159475"/>
                  <a:ext cx="133200" cy="133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8" name="Google Shape;78;p5"/>
                <p:cNvCxnSpPr/>
                <p:nvPr/>
              </p:nvCxnSpPr>
              <p:spPr>
                <a:xfrm flipH="1">
                  <a:off x="2925550" y="159475"/>
                  <a:ext cx="133200" cy="133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79" name="Google Shape;79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5"/>
          <p:cNvSpPr txBox="1">
            <a:spLocks noGrp="1"/>
          </p:cNvSpPr>
          <p:nvPr>
            <p:ph type="subTitle" idx="1"/>
          </p:nvPr>
        </p:nvSpPr>
        <p:spPr>
          <a:xfrm>
            <a:off x="5283988" y="2599825"/>
            <a:ext cx="2359500" cy="138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81" name="Google Shape;81;p5"/>
          <p:cNvSpPr txBox="1">
            <a:spLocks noGrp="1"/>
          </p:cNvSpPr>
          <p:nvPr>
            <p:ph type="subTitle" idx="2"/>
          </p:nvPr>
        </p:nvSpPr>
        <p:spPr>
          <a:xfrm>
            <a:off x="1500513" y="2599825"/>
            <a:ext cx="2359500" cy="138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82" name="Google Shape;82;p5"/>
          <p:cNvSpPr txBox="1">
            <a:spLocks noGrp="1"/>
          </p:cNvSpPr>
          <p:nvPr>
            <p:ph type="subTitle" idx="3"/>
          </p:nvPr>
        </p:nvSpPr>
        <p:spPr>
          <a:xfrm>
            <a:off x="5283988" y="2281225"/>
            <a:ext cx="2359500" cy="41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83" name="Google Shape;83;p5"/>
          <p:cNvSpPr txBox="1">
            <a:spLocks noGrp="1"/>
          </p:cNvSpPr>
          <p:nvPr>
            <p:ph type="subTitle" idx="4"/>
          </p:nvPr>
        </p:nvSpPr>
        <p:spPr>
          <a:xfrm>
            <a:off x="1500512" y="2281225"/>
            <a:ext cx="2359500" cy="41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6"/>
          <p:cNvPicPr preferRelativeResize="0"/>
          <p:nvPr/>
        </p:nvPicPr>
        <p:blipFill>
          <a:blip r:embed="rId2">
            <a:alphaModFix amt="69000"/>
          </a:blip>
          <a:stretch>
            <a:fillRect/>
          </a:stretch>
        </p:blipFill>
        <p:spPr>
          <a:xfrm>
            <a:off x="-1" y="-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6"/>
          <p:cNvSpPr/>
          <p:nvPr/>
        </p:nvSpPr>
        <p:spPr>
          <a:xfrm>
            <a:off x="668100" y="0"/>
            <a:ext cx="7807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87" name="Google Shape;87;p6"/>
          <p:cNvGrpSpPr/>
          <p:nvPr/>
        </p:nvGrpSpPr>
        <p:grpSpPr>
          <a:xfrm>
            <a:off x="195544" y="181698"/>
            <a:ext cx="8704310" cy="4764462"/>
            <a:chOff x="195544" y="181698"/>
            <a:chExt cx="8704310" cy="4764462"/>
          </a:xfrm>
        </p:grpSpPr>
        <p:grpSp>
          <p:nvGrpSpPr>
            <p:cNvPr id="88" name="Google Shape;88;p6"/>
            <p:cNvGrpSpPr/>
            <p:nvPr/>
          </p:nvGrpSpPr>
          <p:grpSpPr>
            <a:xfrm>
              <a:off x="195544" y="181698"/>
              <a:ext cx="320046" cy="181299"/>
              <a:chOff x="145500" y="178275"/>
              <a:chExt cx="307500" cy="174175"/>
            </a:xfrm>
          </p:grpSpPr>
          <p:cxnSp>
            <p:nvCxnSpPr>
              <p:cNvPr id="89" name="Google Shape;89;p6"/>
              <p:cNvCxnSpPr/>
              <p:nvPr/>
            </p:nvCxnSpPr>
            <p:spPr>
              <a:xfrm>
                <a:off x="145500" y="178275"/>
                <a:ext cx="307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0" name="Google Shape;90;p6"/>
              <p:cNvCxnSpPr/>
              <p:nvPr/>
            </p:nvCxnSpPr>
            <p:spPr>
              <a:xfrm>
                <a:off x="145500" y="265363"/>
                <a:ext cx="307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" name="Google Shape;91;p6"/>
              <p:cNvCxnSpPr/>
              <p:nvPr/>
            </p:nvCxnSpPr>
            <p:spPr>
              <a:xfrm>
                <a:off x="145500" y="352450"/>
                <a:ext cx="307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92" name="Google Shape;92;p6"/>
            <p:cNvGrpSpPr/>
            <p:nvPr/>
          </p:nvGrpSpPr>
          <p:grpSpPr>
            <a:xfrm>
              <a:off x="8718555" y="222649"/>
              <a:ext cx="181299" cy="181299"/>
              <a:chOff x="2925550" y="159475"/>
              <a:chExt cx="133200" cy="133200"/>
            </a:xfrm>
          </p:grpSpPr>
          <p:cxnSp>
            <p:nvCxnSpPr>
              <p:cNvPr id="93" name="Google Shape;93;p6"/>
              <p:cNvCxnSpPr/>
              <p:nvPr/>
            </p:nvCxnSpPr>
            <p:spPr>
              <a:xfrm>
                <a:off x="2925550" y="159475"/>
                <a:ext cx="133200" cy="13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4" name="Google Shape;94;p6"/>
              <p:cNvCxnSpPr/>
              <p:nvPr/>
            </p:nvCxnSpPr>
            <p:spPr>
              <a:xfrm flipH="1">
                <a:off x="2925550" y="159475"/>
                <a:ext cx="133200" cy="13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95" name="Google Shape;95;p6"/>
            <p:cNvGrpSpPr/>
            <p:nvPr/>
          </p:nvGrpSpPr>
          <p:grpSpPr>
            <a:xfrm>
              <a:off x="253907" y="4342897"/>
              <a:ext cx="203337" cy="603263"/>
              <a:chOff x="253658" y="4551921"/>
              <a:chExt cx="132900" cy="394316"/>
            </a:xfrm>
          </p:grpSpPr>
          <p:sp>
            <p:nvSpPr>
              <p:cNvPr id="96" name="Google Shape;96;p6"/>
              <p:cNvSpPr/>
              <p:nvPr/>
            </p:nvSpPr>
            <p:spPr>
              <a:xfrm>
                <a:off x="253658" y="4816037"/>
                <a:ext cx="132900" cy="130200"/>
              </a:xfrm>
              <a:prstGeom prst="hear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97" name="Google Shape;97;p6"/>
              <p:cNvGrpSpPr/>
              <p:nvPr/>
            </p:nvGrpSpPr>
            <p:grpSpPr>
              <a:xfrm rot="-2700000">
                <a:off x="273134" y="4571377"/>
                <a:ext cx="93942" cy="93942"/>
                <a:chOff x="2925550" y="159475"/>
                <a:chExt cx="133200" cy="133200"/>
              </a:xfrm>
            </p:grpSpPr>
            <p:cxnSp>
              <p:nvCxnSpPr>
                <p:cNvPr id="98" name="Google Shape;98;p6"/>
                <p:cNvCxnSpPr/>
                <p:nvPr/>
              </p:nvCxnSpPr>
              <p:spPr>
                <a:xfrm>
                  <a:off x="2925550" y="159475"/>
                  <a:ext cx="133200" cy="133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9" name="Google Shape;99;p6"/>
                <p:cNvCxnSpPr/>
                <p:nvPr/>
              </p:nvCxnSpPr>
              <p:spPr>
                <a:xfrm flipH="1">
                  <a:off x="2925550" y="159475"/>
                  <a:ext cx="133200" cy="133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100" name="Google Shape;100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8"/>
          <p:cNvPicPr preferRelativeResize="0"/>
          <p:nvPr/>
        </p:nvPicPr>
        <p:blipFill>
          <a:blip r:embed="rId2">
            <a:alphaModFix amt="69000"/>
          </a:blip>
          <a:stretch>
            <a:fillRect/>
          </a:stretch>
        </p:blipFill>
        <p:spPr>
          <a:xfrm>
            <a:off x="-1" y="-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8"/>
          <p:cNvSpPr/>
          <p:nvPr/>
        </p:nvSpPr>
        <p:spPr>
          <a:xfrm>
            <a:off x="668100" y="0"/>
            <a:ext cx="7807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22" name="Google Shape;122;p8"/>
          <p:cNvGrpSpPr/>
          <p:nvPr/>
        </p:nvGrpSpPr>
        <p:grpSpPr>
          <a:xfrm>
            <a:off x="195544" y="181698"/>
            <a:ext cx="8704310" cy="4764462"/>
            <a:chOff x="195544" y="181698"/>
            <a:chExt cx="8704310" cy="4764462"/>
          </a:xfrm>
        </p:grpSpPr>
        <p:grpSp>
          <p:nvGrpSpPr>
            <p:cNvPr id="123" name="Google Shape;123;p8"/>
            <p:cNvGrpSpPr/>
            <p:nvPr/>
          </p:nvGrpSpPr>
          <p:grpSpPr>
            <a:xfrm>
              <a:off x="195544" y="181698"/>
              <a:ext cx="320046" cy="181299"/>
              <a:chOff x="145500" y="178275"/>
              <a:chExt cx="307500" cy="174175"/>
            </a:xfrm>
          </p:grpSpPr>
          <p:cxnSp>
            <p:nvCxnSpPr>
              <p:cNvPr id="124" name="Google Shape;124;p8"/>
              <p:cNvCxnSpPr/>
              <p:nvPr/>
            </p:nvCxnSpPr>
            <p:spPr>
              <a:xfrm>
                <a:off x="145500" y="178275"/>
                <a:ext cx="307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5" name="Google Shape;125;p8"/>
              <p:cNvCxnSpPr/>
              <p:nvPr/>
            </p:nvCxnSpPr>
            <p:spPr>
              <a:xfrm>
                <a:off x="145500" y="265363"/>
                <a:ext cx="307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6" name="Google Shape;126;p8"/>
              <p:cNvCxnSpPr/>
              <p:nvPr/>
            </p:nvCxnSpPr>
            <p:spPr>
              <a:xfrm>
                <a:off x="145500" y="352450"/>
                <a:ext cx="307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27" name="Google Shape;127;p8"/>
            <p:cNvGrpSpPr/>
            <p:nvPr/>
          </p:nvGrpSpPr>
          <p:grpSpPr>
            <a:xfrm>
              <a:off x="8718555" y="222649"/>
              <a:ext cx="181299" cy="181299"/>
              <a:chOff x="2925550" y="159475"/>
              <a:chExt cx="133200" cy="133200"/>
            </a:xfrm>
          </p:grpSpPr>
          <p:cxnSp>
            <p:nvCxnSpPr>
              <p:cNvPr id="128" name="Google Shape;128;p8"/>
              <p:cNvCxnSpPr/>
              <p:nvPr/>
            </p:nvCxnSpPr>
            <p:spPr>
              <a:xfrm>
                <a:off x="2925550" y="159475"/>
                <a:ext cx="133200" cy="13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9" name="Google Shape;129;p8"/>
              <p:cNvCxnSpPr/>
              <p:nvPr/>
            </p:nvCxnSpPr>
            <p:spPr>
              <a:xfrm flipH="1">
                <a:off x="2925550" y="159475"/>
                <a:ext cx="133200" cy="13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30" name="Google Shape;130;p8"/>
            <p:cNvGrpSpPr/>
            <p:nvPr/>
          </p:nvGrpSpPr>
          <p:grpSpPr>
            <a:xfrm>
              <a:off x="253907" y="4342897"/>
              <a:ext cx="203337" cy="603263"/>
              <a:chOff x="253658" y="4551921"/>
              <a:chExt cx="132900" cy="394316"/>
            </a:xfrm>
          </p:grpSpPr>
          <p:sp>
            <p:nvSpPr>
              <p:cNvPr id="131" name="Google Shape;131;p8"/>
              <p:cNvSpPr/>
              <p:nvPr/>
            </p:nvSpPr>
            <p:spPr>
              <a:xfrm>
                <a:off x="253658" y="4816037"/>
                <a:ext cx="132900" cy="130200"/>
              </a:xfrm>
              <a:prstGeom prst="hear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132" name="Google Shape;132;p8"/>
              <p:cNvGrpSpPr/>
              <p:nvPr/>
            </p:nvGrpSpPr>
            <p:grpSpPr>
              <a:xfrm rot="-2700000">
                <a:off x="273134" y="4571377"/>
                <a:ext cx="93942" cy="93942"/>
                <a:chOff x="2925550" y="159475"/>
                <a:chExt cx="133200" cy="133200"/>
              </a:xfrm>
            </p:grpSpPr>
            <p:cxnSp>
              <p:nvCxnSpPr>
                <p:cNvPr id="133" name="Google Shape;133;p8"/>
                <p:cNvCxnSpPr/>
                <p:nvPr/>
              </p:nvCxnSpPr>
              <p:spPr>
                <a:xfrm>
                  <a:off x="2925550" y="159475"/>
                  <a:ext cx="133200" cy="133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4" name="Google Shape;134;p8"/>
                <p:cNvCxnSpPr/>
                <p:nvPr/>
              </p:nvCxnSpPr>
              <p:spPr>
                <a:xfrm flipH="1">
                  <a:off x="2925550" y="159475"/>
                  <a:ext cx="133200" cy="133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135" name="Google Shape;135;p8"/>
          <p:cNvSpPr txBox="1">
            <a:spLocks noGrp="1"/>
          </p:cNvSpPr>
          <p:nvPr>
            <p:ph type="title"/>
          </p:nvPr>
        </p:nvSpPr>
        <p:spPr>
          <a:xfrm>
            <a:off x="3857125" y="1606950"/>
            <a:ext cx="4381500" cy="193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9"/>
          <p:cNvPicPr preferRelativeResize="0"/>
          <p:nvPr/>
        </p:nvPicPr>
        <p:blipFill>
          <a:blip r:embed="rId2">
            <a:alphaModFix amt="69000"/>
          </a:blip>
          <a:stretch>
            <a:fillRect/>
          </a:stretch>
        </p:blipFill>
        <p:spPr>
          <a:xfrm>
            <a:off x="-1" y="-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9"/>
          <p:cNvSpPr/>
          <p:nvPr/>
        </p:nvSpPr>
        <p:spPr>
          <a:xfrm>
            <a:off x="668100" y="0"/>
            <a:ext cx="7807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39" name="Google Shape;139;p9"/>
          <p:cNvGrpSpPr/>
          <p:nvPr/>
        </p:nvGrpSpPr>
        <p:grpSpPr>
          <a:xfrm>
            <a:off x="195544" y="181698"/>
            <a:ext cx="8704310" cy="4764462"/>
            <a:chOff x="195544" y="181698"/>
            <a:chExt cx="8704310" cy="4764462"/>
          </a:xfrm>
        </p:grpSpPr>
        <p:grpSp>
          <p:nvGrpSpPr>
            <p:cNvPr id="140" name="Google Shape;140;p9"/>
            <p:cNvGrpSpPr/>
            <p:nvPr/>
          </p:nvGrpSpPr>
          <p:grpSpPr>
            <a:xfrm>
              <a:off x="195544" y="181698"/>
              <a:ext cx="320046" cy="181299"/>
              <a:chOff x="145500" y="178275"/>
              <a:chExt cx="307500" cy="174175"/>
            </a:xfrm>
          </p:grpSpPr>
          <p:cxnSp>
            <p:nvCxnSpPr>
              <p:cNvPr id="141" name="Google Shape;141;p9"/>
              <p:cNvCxnSpPr/>
              <p:nvPr/>
            </p:nvCxnSpPr>
            <p:spPr>
              <a:xfrm>
                <a:off x="145500" y="178275"/>
                <a:ext cx="307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" name="Google Shape;142;p9"/>
              <p:cNvCxnSpPr/>
              <p:nvPr/>
            </p:nvCxnSpPr>
            <p:spPr>
              <a:xfrm>
                <a:off x="145500" y="265363"/>
                <a:ext cx="307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3" name="Google Shape;143;p9"/>
              <p:cNvCxnSpPr/>
              <p:nvPr/>
            </p:nvCxnSpPr>
            <p:spPr>
              <a:xfrm>
                <a:off x="145500" y="352450"/>
                <a:ext cx="307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44" name="Google Shape;144;p9"/>
            <p:cNvGrpSpPr/>
            <p:nvPr/>
          </p:nvGrpSpPr>
          <p:grpSpPr>
            <a:xfrm>
              <a:off x="8718555" y="222649"/>
              <a:ext cx="181299" cy="181299"/>
              <a:chOff x="2925550" y="159475"/>
              <a:chExt cx="133200" cy="133200"/>
            </a:xfrm>
          </p:grpSpPr>
          <p:cxnSp>
            <p:nvCxnSpPr>
              <p:cNvPr id="145" name="Google Shape;145;p9"/>
              <p:cNvCxnSpPr/>
              <p:nvPr/>
            </p:nvCxnSpPr>
            <p:spPr>
              <a:xfrm>
                <a:off x="2925550" y="159475"/>
                <a:ext cx="133200" cy="13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6" name="Google Shape;146;p9"/>
              <p:cNvCxnSpPr/>
              <p:nvPr/>
            </p:nvCxnSpPr>
            <p:spPr>
              <a:xfrm flipH="1">
                <a:off x="2925550" y="159475"/>
                <a:ext cx="133200" cy="13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47" name="Google Shape;147;p9"/>
            <p:cNvGrpSpPr/>
            <p:nvPr/>
          </p:nvGrpSpPr>
          <p:grpSpPr>
            <a:xfrm>
              <a:off x="253907" y="4342897"/>
              <a:ext cx="203337" cy="603263"/>
              <a:chOff x="253658" y="4551921"/>
              <a:chExt cx="132900" cy="394316"/>
            </a:xfrm>
          </p:grpSpPr>
          <p:sp>
            <p:nvSpPr>
              <p:cNvPr id="148" name="Google Shape;148;p9"/>
              <p:cNvSpPr/>
              <p:nvPr/>
            </p:nvSpPr>
            <p:spPr>
              <a:xfrm>
                <a:off x="253658" y="4816037"/>
                <a:ext cx="132900" cy="130200"/>
              </a:xfrm>
              <a:prstGeom prst="hear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149" name="Google Shape;149;p9"/>
              <p:cNvGrpSpPr/>
              <p:nvPr/>
            </p:nvGrpSpPr>
            <p:grpSpPr>
              <a:xfrm rot="-2700000">
                <a:off x="273134" y="4571377"/>
                <a:ext cx="93942" cy="93942"/>
                <a:chOff x="2925550" y="159475"/>
                <a:chExt cx="133200" cy="133200"/>
              </a:xfrm>
            </p:grpSpPr>
            <p:cxnSp>
              <p:nvCxnSpPr>
                <p:cNvPr id="150" name="Google Shape;150;p9"/>
                <p:cNvCxnSpPr/>
                <p:nvPr/>
              </p:nvCxnSpPr>
              <p:spPr>
                <a:xfrm>
                  <a:off x="2925550" y="159475"/>
                  <a:ext cx="133200" cy="133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51" name="Google Shape;151;p9"/>
                <p:cNvCxnSpPr/>
                <p:nvPr/>
              </p:nvCxnSpPr>
              <p:spPr>
                <a:xfrm flipH="1">
                  <a:off x="2925550" y="159475"/>
                  <a:ext cx="133200" cy="133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152" name="Google Shape;152;p9"/>
          <p:cNvSpPr txBox="1">
            <a:spLocks noGrp="1"/>
          </p:cNvSpPr>
          <p:nvPr>
            <p:ph type="title"/>
          </p:nvPr>
        </p:nvSpPr>
        <p:spPr>
          <a:xfrm>
            <a:off x="1088125" y="1056775"/>
            <a:ext cx="3524100" cy="140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9"/>
          <p:cNvSpPr txBox="1">
            <a:spLocks noGrp="1"/>
          </p:cNvSpPr>
          <p:nvPr>
            <p:ph type="subTitle" idx="1"/>
          </p:nvPr>
        </p:nvSpPr>
        <p:spPr>
          <a:xfrm>
            <a:off x="1088125" y="2648150"/>
            <a:ext cx="3524100" cy="165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/>
            </a:lvl9pPr>
          </a:lstStyle>
          <a:p>
            <a:endParaRPr/>
          </a:p>
        </p:txBody>
      </p:sp>
      <p:sp>
        <p:nvSpPr>
          <p:cNvPr id="154" name="Google Shape;154;p9"/>
          <p:cNvSpPr>
            <a:spLocks noGrp="1"/>
          </p:cNvSpPr>
          <p:nvPr>
            <p:ph type="pic" idx="2"/>
          </p:nvPr>
        </p:nvSpPr>
        <p:spPr>
          <a:xfrm>
            <a:off x="5346675" y="0"/>
            <a:ext cx="31293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"/>
          <p:cNvSpPr>
            <a:spLocks noGrp="1"/>
          </p:cNvSpPr>
          <p:nvPr>
            <p:ph type="pic" idx="2"/>
          </p:nvPr>
        </p:nvSpPr>
        <p:spPr>
          <a:xfrm>
            <a:off x="668050" y="0"/>
            <a:ext cx="78078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57" name="Google Shape;157;p10"/>
          <p:cNvSpPr txBox="1">
            <a:spLocks noGrp="1"/>
          </p:cNvSpPr>
          <p:nvPr>
            <p:ph type="title"/>
          </p:nvPr>
        </p:nvSpPr>
        <p:spPr>
          <a:xfrm>
            <a:off x="1390200" y="4032025"/>
            <a:ext cx="6363600" cy="5727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58" name="Google Shape;158;p10"/>
          <p:cNvGrpSpPr/>
          <p:nvPr/>
        </p:nvGrpSpPr>
        <p:grpSpPr>
          <a:xfrm>
            <a:off x="195544" y="181698"/>
            <a:ext cx="8704310" cy="4764462"/>
            <a:chOff x="195544" y="181698"/>
            <a:chExt cx="8704310" cy="4764462"/>
          </a:xfrm>
        </p:grpSpPr>
        <p:grpSp>
          <p:nvGrpSpPr>
            <p:cNvPr id="159" name="Google Shape;159;p10"/>
            <p:cNvGrpSpPr/>
            <p:nvPr/>
          </p:nvGrpSpPr>
          <p:grpSpPr>
            <a:xfrm>
              <a:off x="195544" y="181698"/>
              <a:ext cx="320046" cy="181299"/>
              <a:chOff x="145500" y="178275"/>
              <a:chExt cx="307500" cy="174175"/>
            </a:xfrm>
          </p:grpSpPr>
          <p:cxnSp>
            <p:nvCxnSpPr>
              <p:cNvPr id="160" name="Google Shape;160;p10"/>
              <p:cNvCxnSpPr/>
              <p:nvPr/>
            </p:nvCxnSpPr>
            <p:spPr>
              <a:xfrm>
                <a:off x="145500" y="178275"/>
                <a:ext cx="307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1" name="Google Shape;161;p10"/>
              <p:cNvCxnSpPr/>
              <p:nvPr/>
            </p:nvCxnSpPr>
            <p:spPr>
              <a:xfrm>
                <a:off x="145500" y="265363"/>
                <a:ext cx="307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2" name="Google Shape;162;p10"/>
              <p:cNvCxnSpPr/>
              <p:nvPr/>
            </p:nvCxnSpPr>
            <p:spPr>
              <a:xfrm>
                <a:off x="145500" y="352450"/>
                <a:ext cx="307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63" name="Google Shape;163;p10"/>
            <p:cNvGrpSpPr/>
            <p:nvPr/>
          </p:nvGrpSpPr>
          <p:grpSpPr>
            <a:xfrm>
              <a:off x="8718555" y="222649"/>
              <a:ext cx="181299" cy="181299"/>
              <a:chOff x="2925550" y="159475"/>
              <a:chExt cx="133200" cy="133200"/>
            </a:xfrm>
          </p:grpSpPr>
          <p:cxnSp>
            <p:nvCxnSpPr>
              <p:cNvPr id="164" name="Google Shape;164;p10"/>
              <p:cNvCxnSpPr/>
              <p:nvPr/>
            </p:nvCxnSpPr>
            <p:spPr>
              <a:xfrm>
                <a:off x="2925550" y="159475"/>
                <a:ext cx="133200" cy="13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5" name="Google Shape;165;p10"/>
              <p:cNvCxnSpPr/>
              <p:nvPr/>
            </p:nvCxnSpPr>
            <p:spPr>
              <a:xfrm flipH="1">
                <a:off x="2925550" y="159475"/>
                <a:ext cx="133200" cy="13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66" name="Google Shape;166;p10"/>
            <p:cNvGrpSpPr/>
            <p:nvPr/>
          </p:nvGrpSpPr>
          <p:grpSpPr>
            <a:xfrm>
              <a:off x="253907" y="4342897"/>
              <a:ext cx="203337" cy="603263"/>
              <a:chOff x="253658" y="4551921"/>
              <a:chExt cx="132900" cy="394316"/>
            </a:xfrm>
          </p:grpSpPr>
          <p:sp>
            <p:nvSpPr>
              <p:cNvPr id="167" name="Google Shape;167;p10"/>
              <p:cNvSpPr/>
              <p:nvPr/>
            </p:nvSpPr>
            <p:spPr>
              <a:xfrm>
                <a:off x="253658" y="4816037"/>
                <a:ext cx="132900" cy="130200"/>
              </a:xfrm>
              <a:prstGeom prst="hear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168" name="Google Shape;168;p10"/>
              <p:cNvGrpSpPr/>
              <p:nvPr/>
            </p:nvGrpSpPr>
            <p:grpSpPr>
              <a:xfrm rot="-2700000">
                <a:off x="273134" y="4571377"/>
                <a:ext cx="93942" cy="93942"/>
                <a:chOff x="2925550" y="159475"/>
                <a:chExt cx="133200" cy="133200"/>
              </a:xfrm>
            </p:grpSpPr>
            <p:cxnSp>
              <p:nvCxnSpPr>
                <p:cNvPr id="169" name="Google Shape;169;p10"/>
                <p:cNvCxnSpPr/>
                <p:nvPr/>
              </p:nvCxnSpPr>
              <p:spPr>
                <a:xfrm>
                  <a:off x="2925550" y="159475"/>
                  <a:ext cx="133200" cy="133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70" name="Google Shape;170;p10"/>
                <p:cNvCxnSpPr/>
                <p:nvPr/>
              </p:nvCxnSpPr>
              <p:spPr>
                <a:xfrm flipH="1">
                  <a:off x="2925550" y="159475"/>
                  <a:ext cx="133200" cy="133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11"/>
          <p:cNvPicPr preferRelativeResize="0"/>
          <p:nvPr/>
        </p:nvPicPr>
        <p:blipFill>
          <a:blip r:embed="rId2">
            <a:alphaModFix amt="69000"/>
          </a:blip>
          <a:stretch>
            <a:fillRect/>
          </a:stretch>
        </p:blipFill>
        <p:spPr>
          <a:xfrm>
            <a:off x="-1" y="-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1"/>
          <p:cNvSpPr/>
          <p:nvPr/>
        </p:nvSpPr>
        <p:spPr>
          <a:xfrm>
            <a:off x="668100" y="0"/>
            <a:ext cx="7807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74" name="Google Shape;174;p11"/>
          <p:cNvGrpSpPr/>
          <p:nvPr/>
        </p:nvGrpSpPr>
        <p:grpSpPr>
          <a:xfrm>
            <a:off x="195544" y="181698"/>
            <a:ext cx="8704310" cy="4764462"/>
            <a:chOff x="195544" y="181698"/>
            <a:chExt cx="8704310" cy="4764462"/>
          </a:xfrm>
        </p:grpSpPr>
        <p:grpSp>
          <p:nvGrpSpPr>
            <p:cNvPr id="175" name="Google Shape;175;p11"/>
            <p:cNvGrpSpPr/>
            <p:nvPr/>
          </p:nvGrpSpPr>
          <p:grpSpPr>
            <a:xfrm>
              <a:off x="195544" y="181698"/>
              <a:ext cx="320046" cy="181299"/>
              <a:chOff x="145500" y="178275"/>
              <a:chExt cx="307500" cy="174175"/>
            </a:xfrm>
          </p:grpSpPr>
          <p:cxnSp>
            <p:nvCxnSpPr>
              <p:cNvPr id="176" name="Google Shape;176;p11"/>
              <p:cNvCxnSpPr/>
              <p:nvPr/>
            </p:nvCxnSpPr>
            <p:spPr>
              <a:xfrm>
                <a:off x="145500" y="178275"/>
                <a:ext cx="307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7" name="Google Shape;177;p11"/>
              <p:cNvCxnSpPr/>
              <p:nvPr/>
            </p:nvCxnSpPr>
            <p:spPr>
              <a:xfrm>
                <a:off x="145500" y="265363"/>
                <a:ext cx="307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8" name="Google Shape;178;p11"/>
              <p:cNvCxnSpPr/>
              <p:nvPr/>
            </p:nvCxnSpPr>
            <p:spPr>
              <a:xfrm>
                <a:off x="145500" y="352450"/>
                <a:ext cx="307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79" name="Google Shape;179;p11"/>
            <p:cNvGrpSpPr/>
            <p:nvPr/>
          </p:nvGrpSpPr>
          <p:grpSpPr>
            <a:xfrm>
              <a:off x="8718555" y="222649"/>
              <a:ext cx="181299" cy="181299"/>
              <a:chOff x="2925550" y="159475"/>
              <a:chExt cx="133200" cy="133200"/>
            </a:xfrm>
          </p:grpSpPr>
          <p:cxnSp>
            <p:nvCxnSpPr>
              <p:cNvPr id="180" name="Google Shape;180;p11"/>
              <p:cNvCxnSpPr/>
              <p:nvPr/>
            </p:nvCxnSpPr>
            <p:spPr>
              <a:xfrm>
                <a:off x="2925550" y="159475"/>
                <a:ext cx="133200" cy="13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1" name="Google Shape;181;p11"/>
              <p:cNvCxnSpPr/>
              <p:nvPr/>
            </p:nvCxnSpPr>
            <p:spPr>
              <a:xfrm flipH="1">
                <a:off x="2925550" y="159475"/>
                <a:ext cx="133200" cy="13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82" name="Google Shape;182;p11"/>
            <p:cNvGrpSpPr/>
            <p:nvPr/>
          </p:nvGrpSpPr>
          <p:grpSpPr>
            <a:xfrm>
              <a:off x="253907" y="4342897"/>
              <a:ext cx="203337" cy="603263"/>
              <a:chOff x="253658" y="4551921"/>
              <a:chExt cx="132900" cy="394316"/>
            </a:xfrm>
          </p:grpSpPr>
          <p:sp>
            <p:nvSpPr>
              <p:cNvPr id="183" name="Google Shape;183;p11"/>
              <p:cNvSpPr/>
              <p:nvPr/>
            </p:nvSpPr>
            <p:spPr>
              <a:xfrm>
                <a:off x="253658" y="4816037"/>
                <a:ext cx="132900" cy="130200"/>
              </a:xfrm>
              <a:prstGeom prst="hear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184" name="Google Shape;184;p11"/>
              <p:cNvGrpSpPr/>
              <p:nvPr/>
            </p:nvGrpSpPr>
            <p:grpSpPr>
              <a:xfrm rot="-2700000">
                <a:off x="273134" y="4571377"/>
                <a:ext cx="93942" cy="93942"/>
                <a:chOff x="2925550" y="159475"/>
                <a:chExt cx="133200" cy="133200"/>
              </a:xfrm>
            </p:grpSpPr>
            <p:cxnSp>
              <p:nvCxnSpPr>
                <p:cNvPr id="185" name="Google Shape;185;p11"/>
                <p:cNvCxnSpPr/>
                <p:nvPr/>
              </p:nvCxnSpPr>
              <p:spPr>
                <a:xfrm>
                  <a:off x="2925550" y="159475"/>
                  <a:ext cx="133200" cy="133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6" name="Google Shape;186;p11"/>
                <p:cNvCxnSpPr/>
                <p:nvPr/>
              </p:nvCxnSpPr>
              <p:spPr>
                <a:xfrm flipH="1">
                  <a:off x="2925550" y="159475"/>
                  <a:ext cx="133200" cy="133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187" name="Google Shape;187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555613"/>
            <a:ext cx="6576000" cy="136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88" name="Google Shape;188;p11"/>
          <p:cNvSpPr txBox="1">
            <a:spLocks noGrp="1"/>
          </p:cNvSpPr>
          <p:nvPr>
            <p:ph type="subTitle" idx="1"/>
          </p:nvPr>
        </p:nvSpPr>
        <p:spPr>
          <a:xfrm>
            <a:off x="1284000" y="3090788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13"/>
          <p:cNvPicPr preferRelativeResize="0"/>
          <p:nvPr/>
        </p:nvPicPr>
        <p:blipFill>
          <a:blip r:embed="rId2">
            <a:alphaModFix amt="69000"/>
          </a:blip>
          <a:stretch>
            <a:fillRect/>
          </a:stretch>
        </p:blipFill>
        <p:spPr>
          <a:xfrm>
            <a:off x="-1" y="-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3"/>
          <p:cNvSpPr/>
          <p:nvPr/>
        </p:nvSpPr>
        <p:spPr>
          <a:xfrm>
            <a:off x="668100" y="0"/>
            <a:ext cx="7807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93" name="Google Shape;193;p13"/>
          <p:cNvGrpSpPr/>
          <p:nvPr/>
        </p:nvGrpSpPr>
        <p:grpSpPr>
          <a:xfrm>
            <a:off x="195544" y="181698"/>
            <a:ext cx="8704310" cy="4764462"/>
            <a:chOff x="195544" y="181698"/>
            <a:chExt cx="8704310" cy="4764462"/>
          </a:xfrm>
        </p:grpSpPr>
        <p:grpSp>
          <p:nvGrpSpPr>
            <p:cNvPr id="194" name="Google Shape;194;p13"/>
            <p:cNvGrpSpPr/>
            <p:nvPr/>
          </p:nvGrpSpPr>
          <p:grpSpPr>
            <a:xfrm>
              <a:off x="195544" y="181698"/>
              <a:ext cx="320046" cy="181299"/>
              <a:chOff x="145500" y="178275"/>
              <a:chExt cx="307500" cy="174175"/>
            </a:xfrm>
          </p:grpSpPr>
          <p:cxnSp>
            <p:nvCxnSpPr>
              <p:cNvPr id="195" name="Google Shape;195;p13"/>
              <p:cNvCxnSpPr/>
              <p:nvPr/>
            </p:nvCxnSpPr>
            <p:spPr>
              <a:xfrm>
                <a:off x="145500" y="178275"/>
                <a:ext cx="307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6" name="Google Shape;196;p13"/>
              <p:cNvCxnSpPr/>
              <p:nvPr/>
            </p:nvCxnSpPr>
            <p:spPr>
              <a:xfrm>
                <a:off x="145500" y="265363"/>
                <a:ext cx="307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7" name="Google Shape;197;p13"/>
              <p:cNvCxnSpPr/>
              <p:nvPr/>
            </p:nvCxnSpPr>
            <p:spPr>
              <a:xfrm>
                <a:off x="145500" y="352450"/>
                <a:ext cx="307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98" name="Google Shape;198;p13"/>
            <p:cNvGrpSpPr/>
            <p:nvPr/>
          </p:nvGrpSpPr>
          <p:grpSpPr>
            <a:xfrm>
              <a:off x="8718555" y="222649"/>
              <a:ext cx="181299" cy="181299"/>
              <a:chOff x="2925550" y="159475"/>
              <a:chExt cx="133200" cy="133200"/>
            </a:xfrm>
          </p:grpSpPr>
          <p:cxnSp>
            <p:nvCxnSpPr>
              <p:cNvPr id="199" name="Google Shape;199;p13"/>
              <p:cNvCxnSpPr/>
              <p:nvPr/>
            </p:nvCxnSpPr>
            <p:spPr>
              <a:xfrm>
                <a:off x="2925550" y="159475"/>
                <a:ext cx="133200" cy="13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0" name="Google Shape;200;p13"/>
              <p:cNvCxnSpPr/>
              <p:nvPr/>
            </p:nvCxnSpPr>
            <p:spPr>
              <a:xfrm flipH="1">
                <a:off x="2925550" y="159475"/>
                <a:ext cx="133200" cy="13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01" name="Google Shape;201;p13"/>
            <p:cNvGrpSpPr/>
            <p:nvPr/>
          </p:nvGrpSpPr>
          <p:grpSpPr>
            <a:xfrm>
              <a:off x="253907" y="4342897"/>
              <a:ext cx="203337" cy="603263"/>
              <a:chOff x="253658" y="4551921"/>
              <a:chExt cx="132900" cy="394316"/>
            </a:xfrm>
          </p:grpSpPr>
          <p:sp>
            <p:nvSpPr>
              <p:cNvPr id="202" name="Google Shape;202;p13"/>
              <p:cNvSpPr/>
              <p:nvPr/>
            </p:nvSpPr>
            <p:spPr>
              <a:xfrm>
                <a:off x="253658" y="4816037"/>
                <a:ext cx="132900" cy="130200"/>
              </a:xfrm>
              <a:prstGeom prst="hear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203" name="Google Shape;203;p13"/>
              <p:cNvGrpSpPr/>
              <p:nvPr/>
            </p:nvGrpSpPr>
            <p:grpSpPr>
              <a:xfrm rot="-2700000">
                <a:off x="273134" y="4571377"/>
                <a:ext cx="93942" cy="93942"/>
                <a:chOff x="2925550" y="159475"/>
                <a:chExt cx="133200" cy="133200"/>
              </a:xfrm>
            </p:grpSpPr>
            <p:cxnSp>
              <p:nvCxnSpPr>
                <p:cNvPr id="204" name="Google Shape;204;p13"/>
                <p:cNvCxnSpPr/>
                <p:nvPr/>
              </p:nvCxnSpPr>
              <p:spPr>
                <a:xfrm>
                  <a:off x="2925550" y="159475"/>
                  <a:ext cx="133200" cy="133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5" name="Google Shape;205;p13"/>
                <p:cNvCxnSpPr/>
                <p:nvPr/>
              </p:nvCxnSpPr>
              <p:spPr>
                <a:xfrm flipH="1">
                  <a:off x="2925550" y="159475"/>
                  <a:ext cx="133200" cy="133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206" name="Google Shape;206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13"/>
          <p:cNvSpPr txBox="1">
            <a:spLocks noGrp="1"/>
          </p:cNvSpPr>
          <p:nvPr>
            <p:ph type="subTitle" idx="1"/>
          </p:nvPr>
        </p:nvSpPr>
        <p:spPr>
          <a:xfrm>
            <a:off x="1276775" y="2168525"/>
            <a:ext cx="29193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13"/>
          <p:cNvSpPr txBox="1">
            <a:spLocks noGrp="1"/>
          </p:cNvSpPr>
          <p:nvPr>
            <p:ph type="subTitle" idx="2"/>
          </p:nvPr>
        </p:nvSpPr>
        <p:spPr>
          <a:xfrm>
            <a:off x="4947924" y="2168525"/>
            <a:ext cx="29193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13"/>
          <p:cNvSpPr txBox="1">
            <a:spLocks noGrp="1"/>
          </p:cNvSpPr>
          <p:nvPr>
            <p:ph type="subTitle" idx="3"/>
          </p:nvPr>
        </p:nvSpPr>
        <p:spPr>
          <a:xfrm>
            <a:off x="1276775" y="3757762"/>
            <a:ext cx="29193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13"/>
          <p:cNvSpPr txBox="1">
            <a:spLocks noGrp="1"/>
          </p:cNvSpPr>
          <p:nvPr>
            <p:ph type="subTitle" idx="4"/>
          </p:nvPr>
        </p:nvSpPr>
        <p:spPr>
          <a:xfrm>
            <a:off x="4947924" y="3757762"/>
            <a:ext cx="29193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13"/>
          <p:cNvSpPr txBox="1">
            <a:spLocks noGrp="1"/>
          </p:cNvSpPr>
          <p:nvPr>
            <p:ph type="title" idx="5" hasCustomPrompt="1"/>
          </p:nvPr>
        </p:nvSpPr>
        <p:spPr>
          <a:xfrm>
            <a:off x="1276775" y="1469277"/>
            <a:ext cx="954600" cy="495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12" name="Google Shape;212;p13"/>
          <p:cNvSpPr txBox="1">
            <a:spLocks noGrp="1"/>
          </p:cNvSpPr>
          <p:nvPr>
            <p:ph type="title" idx="6" hasCustomPrompt="1"/>
          </p:nvPr>
        </p:nvSpPr>
        <p:spPr>
          <a:xfrm>
            <a:off x="1276775" y="3058438"/>
            <a:ext cx="954600" cy="495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13" name="Google Shape;213;p13"/>
          <p:cNvSpPr txBox="1">
            <a:spLocks noGrp="1"/>
          </p:cNvSpPr>
          <p:nvPr>
            <p:ph type="title" idx="7" hasCustomPrompt="1"/>
          </p:nvPr>
        </p:nvSpPr>
        <p:spPr>
          <a:xfrm>
            <a:off x="4947925" y="1469277"/>
            <a:ext cx="954600" cy="495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14" name="Google Shape;214;p13"/>
          <p:cNvSpPr txBox="1">
            <a:spLocks noGrp="1"/>
          </p:cNvSpPr>
          <p:nvPr>
            <p:ph type="title" idx="8" hasCustomPrompt="1"/>
          </p:nvPr>
        </p:nvSpPr>
        <p:spPr>
          <a:xfrm>
            <a:off x="4947925" y="3058438"/>
            <a:ext cx="954600" cy="495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15" name="Google Shape;215;p13"/>
          <p:cNvSpPr txBox="1">
            <a:spLocks noGrp="1"/>
          </p:cNvSpPr>
          <p:nvPr>
            <p:ph type="subTitle" idx="9"/>
          </p:nvPr>
        </p:nvSpPr>
        <p:spPr>
          <a:xfrm>
            <a:off x="1276774" y="1984975"/>
            <a:ext cx="2919300" cy="3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16" name="Google Shape;216;p13"/>
          <p:cNvSpPr txBox="1">
            <a:spLocks noGrp="1"/>
          </p:cNvSpPr>
          <p:nvPr>
            <p:ph type="subTitle" idx="13"/>
          </p:nvPr>
        </p:nvSpPr>
        <p:spPr>
          <a:xfrm>
            <a:off x="4947926" y="1984975"/>
            <a:ext cx="2919300" cy="3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17" name="Google Shape;217;p13"/>
          <p:cNvSpPr txBox="1">
            <a:spLocks noGrp="1"/>
          </p:cNvSpPr>
          <p:nvPr>
            <p:ph type="subTitle" idx="14"/>
          </p:nvPr>
        </p:nvSpPr>
        <p:spPr>
          <a:xfrm>
            <a:off x="1276774" y="3574163"/>
            <a:ext cx="2919300" cy="3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18" name="Google Shape;218;p13"/>
          <p:cNvSpPr txBox="1">
            <a:spLocks noGrp="1"/>
          </p:cNvSpPr>
          <p:nvPr>
            <p:ph type="subTitle" idx="15"/>
          </p:nvPr>
        </p:nvSpPr>
        <p:spPr>
          <a:xfrm>
            <a:off x="4947926" y="3574163"/>
            <a:ext cx="2919300" cy="3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ONE_COLUMN_TEXT_1"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15"/>
          <p:cNvPicPr preferRelativeResize="0"/>
          <p:nvPr/>
        </p:nvPicPr>
        <p:blipFill>
          <a:blip r:embed="rId2">
            <a:alphaModFix amt="69000"/>
          </a:blip>
          <a:stretch>
            <a:fillRect/>
          </a:stretch>
        </p:blipFill>
        <p:spPr>
          <a:xfrm>
            <a:off x="-1" y="-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5"/>
          <p:cNvSpPr/>
          <p:nvPr/>
        </p:nvSpPr>
        <p:spPr>
          <a:xfrm>
            <a:off x="668100" y="0"/>
            <a:ext cx="7807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241" name="Google Shape;241;p15"/>
          <p:cNvGrpSpPr/>
          <p:nvPr/>
        </p:nvGrpSpPr>
        <p:grpSpPr>
          <a:xfrm>
            <a:off x="195544" y="181698"/>
            <a:ext cx="8704310" cy="4764462"/>
            <a:chOff x="195544" y="181698"/>
            <a:chExt cx="8704310" cy="4764462"/>
          </a:xfrm>
        </p:grpSpPr>
        <p:grpSp>
          <p:nvGrpSpPr>
            <p:cNvPr id="242" name="Google Shape;242;p15"/>
            <p:cNvGrpSpPr/>
            <p:nvPr/>
          </p:nvGrpSpPr>
          <p:grpSpPr>
            <a:xfrm>
              <a:off x="195544" y="181698"/>
              <a:ext cx="320046" cy="181299"/>
              <a:chOff x="145500" y="178275"/>
              <a:chExt cx="307500" cy="174175"/>
            </a:xfrm>
          </p:grpSpPr>
          <p:cxnSp>
            <p:nvCxnSpPr>
              <p:cNvPr id="243" name="Google Shape;243;p15"/>
              <p:cNvCxnSpPr/>
              <p:nvPr/>
            </p:nvCxnSpPr>
            <p:spPr>
              <a:xfrm>
                <a:off x="145500" y="178275"/>
                <a:ext cx="307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4" name="Google Shape;244;p15"/>
              <p:cNvCxnSpPr/>
              <p:nvPr/>
            </p:nvCxnSpPr>
            <p:spPr>
              <a:xfrm>
                <a:off x="145500" y="265363"/>
                <a:ext cx="307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5" name="Google Shape;245;p15"/>
              <p:cNvCxnSpPr/>
              <p:nvPr/>
            </p:nvCxnSpPr>
            <p:spPr>
              <a:xfrm>
                <a:off x="145500" y="352450"/>
                <a:ext cx="307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46" name="Google Shape;246;p15"/>
            <p:cNvGrpSpPr/>
            <p:nvPr/>
          </p:nvGrpSpPr>
          <p:grpSpPr>
            <a:xfrm>
              <a:off x="8718555" y="222649"/>
              <a:ext cx="181299" cy="181299"/>
              <a:chOff x="2925550" y="159475"/>
              <a:chExt cx="133200" cy="133200"/>
            </a:xfrm>
          </p:grpSpPr>
          <p:cxnSp>
            <p:nvCxnSpPr>
              <p:cNvPr id="247" name="Google Shape;247;p15"/>
              <p:cNvCxnSpPr/>
              <p:nvPr/>
            </p:nvCxnSpPr>
            <p:spPr>
              <a:xfrm>
                <a:off x="2925550" y="159475"/>
                <a:ext cx="133200" cy="13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8" name="Google Shape;248;p15"/>
              <p:cNvCxnSpPr/>
              <p:nvPr/>
            </p:nvCxnSpPr>
            <p:spPr>
              <a:xfrm flipH="1">
                <a:off x="2925550" y="159475"/>
                <a:ext cx="133200" cy="13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49" name="Google Shape;249;p15"/>
            <p:cNvGrpSpPr/>
            <p:nvPr/>
          </p:nvGrpSpPr>
          <p:grpSpPr>
            <a:xfrm>
              <a:off x="253907" y="4342897"/>
              <a:ext cx="203337" cy="603263"/>
              <a:chOff x="253658" y="4551921"/>
              <a:chExt cx="132900" cy="394316"/>
            </a:xfrm>
          </p:grpSpPr>
          <p:sp>
            <p:nvSpPr>
              <p:cNvPr id="250" name="Google Shape;250;p15"/>
              <p:cNvSpPr/>
              <p:nvPr/>
            </p:nvSpPr>
            <p:spPr>
              <a:xfrm>
                <a:off x="253658" y="4816037"/>
                <a:ext cx="132900" cy="130200"/>
              </a:xfrm>
              <a:prstGeom prst="hear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251" name="Google Shape;251;p15"/>
              <p:cNvGrpSpPr/>
              <p:nvPr/>
            </p:nvGrpSpPr>
            <p:grpSpPr>
              <a:xfrm rot="-2700000">
                <a:off x="273134" y="4571377"/>
                <a:ext cx="93942" cy="93942"/>
                <a:chOff x="2925550" y="159475"/>
                <a:chExt cx="133200" cy="133200"/>
              </a:xfrm>
            </p:grpSpPr>
            <p:cxnSp>
              <p:nvCxnSpPr>
                <p:cNvPr id="252" name="Google Shape;252;p15"/>
                <p:cNvCxnSpPr/>
                <p:nvPr/>
              </p:nvCxnSpPr>
              <p:spPr>
                <a:xfrm>
                  <a:off x="2925550" y="159475"/>
                  <a:ext cx="133200" cy="133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53" name="Google Shape;253;p15"/>
                <p:cNvCxnSpPr/>
                <p:nvPr/>
              </p:nvCxnSpPr>
              <p:spPr>
                <a:xfrm flipH="1">
                  <a:off x="2925550" y="159475"/>
                  <a:ext cx="133200" cy="133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254" name="Google Shape;254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5" name="Google Shape;255;p15"/>
          <p:cNvSpPr txBox="1">
            <a:spLocks noGrp="1"/>
          </p:cNvSpPr>
          <p:nvPr>
            <p:ph type="subTitle" idx="1"/>
          </p:nvPr>
        </p:nvSpPr>
        <p:spPr>
          <a:xfrm>
            <a:off x="4824380" y="1800200"/>
            <a:ext cx="3272100" cy="238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6" name="Google Shape;256;p15"/>
          <p:cNvSpPr txBox="1">
            <a:spLocks noGrp="1"/>
          </p:cNvSpPr>
          <p:nvPr>
            <p:ph type="subTitle" idx="2"/>
          </p:nvPr>
        </p:nvSpPr>
        <p:spPr>
          <a:xfrm>
            <a:off x="1047600" y="1800200"/>
            <a:ext cx="3272100" cy="238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16"/>
          <p:cNvPicPr preferRelativeResize="0"/>
          <p:nvPr/>
        </p:nvPicPr>
        <p:blipFill>
          <a:blip r:embed="rId2">
            <a:alphaModFix amt="69000"/>
          </a:blip>
          <a:stretch>
            <a:fillRect/>
          </a:stretch>
        </p:blipFill>
        <p:spPr>
          <a:xfrm>
            <a:off x="-1" y="-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6"/>
          <p:cNvSpPr/>
          <p:nvPr/>
        </p:nvSpPr>
        <p:spPr>
          <a:xfrm>
            <a:off x="668100" y="0"/>
            <a:ext cx="7807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260" name="Google Shape;260;p16"/>
          <p:cNvGrpSpPr/>
          <p:nvPr/>
        </p:nvGrpSpPr>
        <p:grpSpPr>
          <a:xfrm>
            <a:off x="195544" y="181698"/>
            <a:ext cx="8704310" cy="4764462"/>
            <a:chOff x="195544" y="181698"/>
            <a:chExt cx="8704310" cy="4764462"/>
          </a:xfrm>
        </p:grpSpPr>
        <p:grpSp>
          <p:nvGrpSpPr>
            <p:cNvPr id="261" name="Google Shape;261;p16"/>
            <p:cNvGrpSpPr/>
            <p:nvPr/>
          </p:nvGrpSpPr>
          <p:grpSpPr>
            <a:xfrm>
              <a:off x="195544" y="181698"/>
              <a:ext cx="320046" cy="181299"/>
              <a:chOff x="145500" y="178275"/>
              <a:chExt cx="307500" cy="174175"/>
            </a:xfrm>
          </p:grpSpPr>
          <p:cxnSp>
            <p:nvCxnSpPr>
              <p:cNvPr id="262" name="Google Shape;262;p16"/>
              <p:cNvCxnSpPr/>
              <p:nvPr/>
            </p:nvCxnSpPr>
            <p:spPr>
              <a:xfrm>
                <a:off x="145500" y="178275"/>
                <a:ext cx="307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3" name="Google Shape;263;p16"/>
              <p:cNvCxnSpPr/>
              <p:nvPr/>
            </p:nvCxnSpPr>
            <p:spPr>
              <a:xfrm>
                <a:off x="145500" y="265363"/>
                <a:ext cx="307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4" name="Google Shape;264;p16"/>
              <p:cNvCxnSpPr/>
              <p:nvPr/>
            </p:nvCxnSpPr>
            <p:spPr>
              <a:xfrm>
                <a:off x="145500" y="352450"/>
                <a:ext cx="307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65" name="Google Shape;265;p16"/>
            <p:cNvGrpSpPr/>
            <p:nvPr/>
          </p:nvGrpSpPr>
          <p:grpSpPr>
            <a:xfrm>
              <a:off x="8718555" y="222649"/>
              <a:ext cx="181299" cy="181299"/>
              <a:chOff x="2925550" y="159475"/>
              <a:chExt cx="133200" cy="133200"/>
            </a:xfrm>
          </p:grpSpPr>
          <p:cxnSp>
            <p:nvCxnSpPr>
              <p:cNvPr id="266" name="Google Shape;266;p16"/>
              <p:cNvCxnSpPr/>
              <p:nvPr/>
            </p:nvCxnSpPr>
            <p:spPr>
              <a:xfrm>
                <a:off x="2925550" y="159475"/>
                <a:ext cx="133200" cy="13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7" name="Google Shape;267;p16"/>
              <p:cNvCxnSpPr/>
              <p:nvPr/>
            </p:nvCxnSpPr>
            <p:spPr>
              <a:xfrm flipH="1">
                <a:off x="2925550" y="159475"/>
                <a:ext cx="133200" cy="13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68" name="Google Shape;268;p16"/>
            <p:cNvGrpSpPr/>
            <p:nvPr/>
          </p:nvGrpSpPr>
          <p:grpSpPr>
            <a:xfrm>
              <a:off x="253907" y="4342897"/>
              <a:ext cx="203337" cy="603263"/>
              <a:chOff x="253658" y="4551921"/>
              <a:chExt cx="132900" cy="394316"/>
            </a:xfrm>
          </p:grpSpPr>
          <p:sp>
            <p:nvSpPr>
              <p:cNvPr id="269" name="Google Shape;269;p16"/>
              <p:cNvSpPr/>
              <p:nvPr/>
            </p:nvSpPr>
            <p:spPr>
              <a:xfrm>
                <a:off x="253658" y="4816037"/>
                <a:ext cx="132900" cy="130200"/>
              </a:xfrm>
              <a:prstGeom prst="hear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270" name="Google Shape;270;p16"/>
              <p:cNvGrpSpPr/>
              <p:nvPr/>
            </p:nvGrpSpPr>
            <p:grpSpPr>
              <a:xfrm rot="-2700000">
                <a:off x="273134" y="4571377"/>
                <a:ext cx="93942" cy="93942"/>
                <a:chOff x="2925550" y="159475"/>
                <a:chExt cx="133200" cy="133200"/>
              </a:xfrm>
            </p:grpSpPr>
            <p:cxnSp>
              <p:nvCxnSpPr>
                <p:cNvPr id="271" name="Google Shape;271;p16"/>
                <p:cNvCxnSpPr/>
                <p:nvPr/>
              </p:nvCxnSpPr>
              <p:spPr>
                <a:xfrm>
                  <a:off x="2925550" y="159475"/>
                  <a:ext cx="133200" cy="133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72" name="Google Shape;272;p16"/>
                <p:cNvCxnSpPr/>
                <p:nvPr/>
              </p:nvCxnSpPr>
              <p:spPr>
                <a:xfrm flipH="1">
                  <a:off x="2925550" y="159475"/>
                  <a:ext cx="133200" cy="133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273" name="Google Shape;273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4" name="Google Shape;274;p16"/>
          <p:cNvSpPr txBox="1">
            <a:spLocks noGrp="1"/>
          </p:cNvSpPr>
          <p:nvPr>
            <p:ph type="subTitle" idx="1"/>
          </p:nvPr>
        </p:nvSpPr>
        <p:spPr>
          <a:xfrm>
            <a:off x="1947450" y="1805400"/>
            <a:ext cx="5249100" cy="84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75" name="Google Shape;275;p16"/>
          <p:cNvSpPr txBox="1">
            <a:spLocks noGrp="1"/>
          </p:cNvSpPr>
          <p:nvPr>
            <p:ph type="subTitle" idx="2"/>
          </p:nvPr>
        </p:nvSpPr>
        <p:spPr>
          <a:xfrm>
            <a:off x="1947450" y="3483400"/>
            <a:ext cx="5249100" cy="84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76" name="Google Shape;276;p16"/>
          <p:cNvSpPr txBox="1">
            <a:spLocks noGrp="1"/>
          </p:cNvSpPr>
          <p:nvPr>
            <p:ph type="subTitle" idx="3"/>
          </p:nvPr>
        </p:nvSpPr>
        <p:spPr>
          <a:xfrm>
            <a:off x="1947450" y="1508700"/>
            <a:ext cx="5249100" cy="36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77" name="Google Shape;277;p16"/>
          <p:cNvSpPr txBox="1">
            <a:spLocks noGrp="1"/>
          </p:cNvSpPr>
          <p:nvPr>
            <p:ph type="subTitle" idx="4"/>
          </p:nvPr>
        </p:nvSpPr>
        <p:spPr>
          <a:xfrm>
            <a:off x="1947450" y="3189700"/>
            <a:ext cx="5249100" cy="36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Google Shape;302;p18"/>
          <p:cNvPicPr preferRelativeResize="0"/>
          <p:nvPr/>
        </p:nvPicPr>
        <p:blipFill>
          <a:blip r:embed="rId2">
            <a:alphaModFix amt="69000"/>
          </a:blip>
          <a:stretch>
            <a:fillRect/>
          </a:stretch>
        </p:blipFill>
        <p:spPr>
          <a:xfrm>
            <a:off x="-1" y="-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18"/>
          <p:cNvSpPr/>
          <p:nvPr/>
        </p:nvSpPr>
        <p:spPr>
          <a:xfrm>
            <a:off x="668100" y="0"/>
            <a:ext cx="7807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304" name="Google Shape;304;p18"/>
          <p:cNvGrpSpPr/>
          <p:nvPr/>
        </p:nvGrpSpPr>
        <p:grpSpPr>
          <a:xfrm>
            <a:off x="195544" y="181698"/>
            <a:ext cx="8704310" cy="4764462"/>
            <a:chOff x="195544" y="181698"/>
            <a:chExt cx="8704310" cy="4764462"/>
          </a:xfrm>
        </p:grpSpPr>
        <p:grpSp>
          <p:nvGrpSpPr>
            <p:cNvPr id="305" name="Google Shape;305;p18"/>
            <p:cNvGrpSpPr/>
            <p:nvPr/>
          </p:nvGrpSpPr>
          <p:grpSpPr>
            <a:xfrm>
              <a:off x="195544" y="181698"/>
              <a:ext cx="320046" cy="181299"/>
              <a:chOff x="145500" y="178275"/>
              <a:chExt cx="307500" cy="174175"/>
            </a:xfrm>
          </p:grpSpPr>
          <p:cxnSp>
            <p:nvCxnSpPr>
              <p:cNvPr id="306" name="Google Shape;306;p18"/>
              <p:cNvCxnSpPr/>
              <p:nvPr/>
            </p:nvCxnSpPr>
            <p:spPr>
              <a:xfrm>
                <a:off x="145500" y="178275"/>
                <a:ext cx="307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7" name="Google Shape;307;p18"/>
              <p:cNvCxnSpPr/>
              <p:nvPr/>
            </p:nvCxnSpPr>
            <p:spPr>
              <a:xfrm>
                <a:off x="145500" y="265363"/>
                <a:ext cx="307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8" name="Google Shape;308;p18"/>
              <p:cNvCxnSpPr/>
              <p:nvPr/>
            </p:nvCxnSpPr>
            <p:spPr>
              <a:xfrm>
                <a:off x="145500" y="352450"/>
                <a:ext cx="307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09" name="Google Shape;309;p18"/>
            <p:cNvGrpSpPr/>
            <p:nvPr/>
          </p:nvGrpSpPr>
          <p:grpSpPr>
            <a:xfrm>
              <a:off x="8718555" y="222649"/>
              <a:ext cx="181299" cy="181299"/>
              <a:chOff x="2925550" y="159475"/>
              <a:chExt cx="133200" cy="133200"/>
            </a:xfrm>
          </p:grpSpPr>
          <p:cxnSp>
            <p:nvCxnSpPr>
              <p:cNvPr id="310" name="Google Shape;310;p18"/>
              <p:cNvCxnSpPr/>
              <p:nvPr/>
            </p:nvCxnSpPr>
            <p:spPr>
              <a:xfrm>
                <a:off x="2925550" y="159475"/>
                <a:ext cx="133200" cy="13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1" name="Google Shape;311;p18"/>
              <p:cNvCxnSpPr/>
              <p:nvPr/>
            </p:nvCxnSpPr>
            <p:spPr>
              <a:xfrm flipH="1">
                <a:off x="2925550" y="159475"/>
                <a:ext cx="133200" cy="13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12" name="Google Shape;312;p18"/>
            <p:cNvGrpSpPr/>
            <p:nvPr/>
          </p:nvGrpSpPr>
          <p:grpSpPr>
            <a:xfrm>
              <a:off x="253907" y="4342897"/>
              <a:ext cx="203337" cy="603263"/>
              <a:chOff x="253658" y="4551921"/>
              <a:chExt cx="132900" cy="394316"/>
            </a:xfrm>
          </p:grpSpPr>
          <p:sp>
            <p:nvSpPr>
              <p:cNvPr id="313" name="Google Shape;313;p18"/>
              <p:cNvSpPr/>
              <p:nvPr/>
            </p:nvSpPr>
            <p:spPr>
              <a:xfrm>
                <a:off x="253658" y="4816037"/>
                <a:ext cx="132900" cy="130200"/>
              </a:xfrm>
              <a:prstGeom prst="hear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314" name="Google Shape;314;p18"/>
              <p:cNvGrpSpPr/>
              <p:nvPr/>
            </p:nvGrpSpPr>
            <p:grpSpPr>
              <a:xfrm rot="-2700000">
                <a:off x="273134" y="4571377"/>
                <a:ext cx="93942" cy="93942"/>
                <a:chOff x="2925550" y="159475"/>
                <a:chExt cx="133200" cy="133200"/>
              </a:xfrm>
            </p:grpSpPr>
            <p:cxnSp>
              <p:nvCxnSpPr>
                <p:cNvPr id="315" name="Google Shape;315;p18"/>
                <p:cNvCxnSpPr/>
                <p:nvPr/>
              </p:nvCxnSpPr>
              <p:spPr>
                <a:xfrm>
                  <a:off x="2925550" y="159475"/>
                  <a:ext cx="133200" cy="133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16" name="Google Shape;316;p18"/>
                <p:cNvCxnSpPr/>
                <p:nvPr/>
              </p:nvCxnSpPr>
              <p:spPr>
                <a:xfrm flipH="1">
                  <a:off x="2925550" y="159475"/>
                  <a:ext cx="133200" cy="133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317" name="Google Shape;317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18" name="Google Shape;318;p18"/>
          <p:cNvSpPr txBox="1">
            <a:spLocks noGrp="1"/>
          </p:cNvSpPr>
          <p:nvPr>
            <p:ph type="subTitle" idx="1"/>
          </p:nvPr>
        </p:nvSpPr>
        <p:spPr>
          <a:xfrm>
            <a:off x="974900" y="1847391"/>
            <a:ext cx="1986000" cy="86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9" name="Google Shape;319;p18"/>
          <p:cNvSpPr txBox="1">
            <a:spLocks noGrp="1"/>
          </p:cNvSpPr>
          <p:nvPr>
            <p:ph type="subTitle" idx="2"/>
          </p:nvPr>
        </p:nvSpPr>
        <p:spPr>
          <a:xfrm>
            <a:off x="3578947" y="1847391"/>
            <a:ext cx="1986000" cy="86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0" name="Google Shape;320;p18"/>
          <p:cNvSpPr txBox="1">
            <a:spLocks noGrp="1"/>
          </p:cNvSpPr>
          <p:nvPr>
            <p:ph type="subTitle" idx="3"/>
          </p:nvPr>
        </p:nvSpPr>
        <p:spPr>
          <a:xfrm>
            <a:off x="974900" y="3585591"/>
            <a:ext cx="1986000" cy="86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18"/>
          <p:cNvSpPr txBox="1">
            <a:spLocks noGrp="1"/>
          </p:cNvSpPr>
          <p:nvPr>
            <p:ph type="subTitle" idx="4"/>
          </p:nvPr>
        </p:nvSpPr>
        <p:spPr>
          <a:xfrm>
            <a:off x="3578947" y="3585591"/>
            <a:ext cx="1986000" cy="86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2" name="Google Shape;322;p18"/>
          <p:cNvSpPr txBox="1">
            <a:spLocks noGrp="1"/>
          </p:cNvSpPr>
          <p:nvPr>
            <p:ph type="subTitle" idx="5"/>
          </p:nvPr>
        </p:nvSpPr>
        <p:spPr>
          <a:xfrm>
            <a:off x="6183000" y="1847391"/>
            <a:ext cx="1986000" cy="86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3" name="Google Shape;323;p18"/>
          <p:cNvSpPr txBox="1">
            <a:spLocks noGrp="1"/>
          </p:cNvSpPr>
          <p:nvPr>
            <p:ph type="subTitle" idx="6"/>
          </p:nvPr>
        </p:nvSpPr>
        <p:spPr>
          <a:xfrm>
            <a:off x="6183000" y="3585591"/>
            <a:ext cx="1986000" cy="86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4" name="Google Shape;324;p18"/>
          <p:cNvSpPr txBox="1">
            <a:spLocks noGrp="1"/>
          </p:cNvSpPr>
          <p:nvPr>
            <p:ph type="subTitle" idx="7"/>
          </p:nvPr>
        </p:nvSpPr>
        <p:spPr>
          <a:xfrm>
            <a:off x="974900" y="1593201"/>
            <a:ext cx="1986000" cy="35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325" name="Google Shape;325;p18"/>
          <p:cNvSpPr txBox="1">
            <a:spLocks noGrp="1"/>
          </p:cNvSpPr>
          <p:nvPr>
            <p:ph type="subTitle" idx="8"/>
          </p:nvPr>
        </p:nvSpPr>
        <p:spPr>
          <a:xfrm>
            <a:off x="3578947" y="1593201"/>
            <a:ext cx="1986000" cy="35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326" name="Google Shape;326;p18"/>
          <p:cNvSpPr txBox="1">
            <a:spLocks noGrp="1"/>
          </p:cNvSpPr>
          <p:nvPr>
            <p:ph type="subTitle" idx="9"/>
          </p:nvPr>
        </p:nvSpPr>
        <p:spPr>
          <a:xfrm>
            <a:off x="974900" y="3331426"/>
            <a:ext cx="1986000" cy="35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327" name="Google Shape;327;p18"/>
          <p:cNvSpPr txBox="1">
            <a:spLocks noGrp="1"/>
          </p:cNvSpPr>
          <p:nvPr>
            <p:ph type="subTitle" idx="13"/>
          </p:nvPr>
        </p:nvSpPr>
        <p:spPr>
          <a:xfrm>
            <a:off x="3578947" y="3331426"/>
            <a:ext cx="1986000" cy="35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328" name="Google Shape;328;p18"/>
          <p:cNvSpPr txBox="1">
            <a:spLocks noGrp="1"/>
          </p:cNvSpPr>
          <p:nvPr>
            <p:ph type="subTitle" idx="14"/>
          </p:nvPr>
        </p:nvSpPr>
        <p:spPr>
          <a:xfrm>
            <a:off x="6183000" y="1593201"/>
            <a:ext cx="1986000" cy="35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329" name="Google Shape;329;p18"/>
          <p:cNvSpPr txBox="1">
            <a:spLocks noGrp="1"/>
          </p:cNvSpPr>
          <p:nvPr>
            <p:ph type="subTitle" idx="15"/>
          </p:nvPr>
        </p:nvSpPr>
        <p:spPr>
          <a:xfrm>
            <a:off x="6183000" y="3331426"/>
            <a:ext cx="1986000" cy="35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"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19"/>
          <p:cNvPicPr preferRelativeResize="0"/>
          <p:nvPr/>
        </p:nvPicPr>
        <p:blipFill>
          <a:blip r:embed="rId2">
            <a:alphaModFix amt="69000"/>
          </a:blip>
          <a:stretch>
            <a:fillRect/>
          </a:stretch>
        </p:blipFill>
        <p:spPr>
          <a:xfrm>
            <a:off x="-1" y="-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19"/>
          <p:cNvSpPr/>
          <p:nvPr/>
        </p:nvSpPr>
        <p:spPr>
          <a:xfrm>
            <a:off x="668100" y="0"/>
            <a:ext cx="7807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333" name="Google Shape;333;p19"/>
          <p:cNvGrpSpPr/>
          <p:nvPr/>
        </p:nvGrpSpPr>
        <p:grpSpPr>
          <a:xfrm>
            <a:off x="195544" y="181698"/>
            <a:ext cx="8704310" cy="4764462"/>
            <a:chOff x="195544" y="181698"/>
            <a:chExt cx="8704310" cy="4764462"/>
          </a:xfrm>
        </p:grpSpPr>
        <p:grpSp>
          <p:nvGrpSpPr>
            <p:cNvPr id="334" name="Google Shape;334;p19"/>
            <p:cNvGrpSpPr/>
            <p:nvPr/>
          </p:nvGrpSpPr>
          <p:grpSpPr>
            <a:xfrm>
              <a:off x="195544" y="181698"/>
              <a:ext cx="320046" cy="181299"/>
              <a:chOff x="145500" y="178275"/>
              <a:chExt cx="307500" cy="174175"/>
            </a:xfrm>
          </p:grpSpPr>
          <p:cxnSp>
            <p:nvCxnSpPr>
              <p:cNvPr id="335" name="Google Shape;335;p19"/>
              <p:cNvCxnSpPr/>
              <p:nvPr/>
            </p:nvCxnSpPr>
            <p:spPr>
              <a:xfrm>
                <a:off x="145500" y="178275"/>
                <a:ext cx="307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6" name="Google Shape;336;p19"/>
              <p:cNvCxnSpPr/>
              <p:nvPr/>
            </p:nvCxnSpPr>
            <p:spPr>
              <a:xfrm>
                <a:off x="145500" y="265363"/>
                <a:ext cx="307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7" name="Google Shape;337;p19"/>
              <p:cNvCxnSpPr/>
              <p:nvPr/>
            </p:nvCxnSpPr>
            <p:spPr>
              <a:xfrm>
                <a:off x="145500" y="352450"/>
                <a:ext cx="307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38" name="Google Shape;338;p19"/>
            <p:cNvGrpSpPr/>
            <p:nvPr/>
          </p:nvGrpSpPr>
          <p:grpSpPr>
            <a:xfrm>
              <a:off x="8718555" y="222649"/>
              <a:ext cx="181299" cy="181299"/>
              <a:chOff x="2925550" y="159475"/>
              <a:chExt cx="133200" cy="133200"/>
            </a:xfrm>
          </p:grpSpPr>
          <p:cxnSp>
            <p:nvCxnSpPr>
              <p:cNvPr id="339" name="Google Shape;339;p19"/>
              <p:cNvCxnSpPr/>
              <p:nvPr/>
            </p:nvCxnSpPr>
            <p:spPr>
              <a:xfrm>
                <a:off x="2925550" y="159475"/>
                <a:ext cx="133200" cy="13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0" name="Google Shape;340;p19"/>
              <p:cNvCxnSpPr/>
              <p:nvPr/>
            </p:nvCxnSpPr>
            <p:spPr>
              <a:xfrm flipH="1">
                <a:off x="2925550" y="159475"/>
                <a:ext cx="133200" cy="13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41" name="Google Shape;341;p19"/>
            <p:cNvGrpSpPr/>
            <p:nvPr/>
          </p:nvGrpSpPr>
          <p:grpSpPr>
            <a:xfrm>
              <a:off x="253907" y="4342897"/>
              <a:ext cx="203337" cy="603263"/>
              <a:chOff x="253658" y="4551921"/>
              <a:chExt cx="132900" cy="394316"/>
            </a:xfrm>
          </p:grpSpPr>
          <p:sp>
            <p:nvSpPr>
              <p:cNvPr id="342" name="Google Shape;342;p19"/>
              <p:cNvSpPr/>
              <p:nvPr/>
            </p:nvSpPr>
            <p:spPr>
              <a:xfrm>
                <a:off x="253658" y="4816037"/>
                <a:ext cx="132900" cy="130200"/>
              </a:xfrm>
              <a:prstGeom prst="hear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343" name="Google Shape;343;p19"/>
              <p:cNvGrpSpPr/>
              <p:nvPr/>
            </p:nvGrpSpPr>
            <p:grpSpPr>
              <a:xfrm rot="-2700000">
                <a:off x="273134" y="4571377"/>
                <a:ext cx="93942" cy="93942"/>
                <a:chOff x="2925550" y="159475"/>
                <a:chExt cx="133200" cy="133200"/>
              </a:xfrm>
            </p:grpSpPr>
            <p:cxnSp>
              <p:nvCxnSpPr>
                <p:cNvPr id="344" name="Google Shape;344;p19"/>
                <p:cNvCxnSpPr/>
                <p:nvPr/>
              </p:nvCxnSpPr>
              <p:spPr>
                <a:xfrm>
                  <a:off x="2925550" y="159475"/>
                  <a:ext cx="133200" cy="133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45" name="Google Shape;345;p19"/>
                <p:cNvCxnSpPr/>
                <p:nvPr/>
              </p:nvCxnSpPr>
              <p:spPr>
                <a:xfrm flipH="1">
                  <a:off x="2925550" y="159475"/>
                  <a:ext cx="133200" cy="133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346" name="Google Shape;346;p19"/>
          <p:cNvSpPr txBox="1">
            <a:spLocks noGrp="1"/>
          </p:cNvSpPr>
          <p:nvPr>
            <p:ph type="title"/>
          </p:nvPr>
        </p:nvSpPr>
        <p:spPr>
          <a:xfrm>
            <a:off x="1088125" y="608900"/>
            <a:ext cx="3729900" cy="10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47" name="Google Shape;347;p19"/>
          <p:cNvSpPr txBox="1">
            <a:spLocks noGrp="1"/>
          </p:cNvSpPr>
          <p:nvPr>
            <p:ph type="subTitle" idx="1"/>
          </p:nvPr>
        </p:nvSpPr>
        <p:spPr>
          <a:xfrm>
            <a:off x="1088125" y="1667603"/>
            <a:ext cx="3729900" cy="11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8" name="Google Shape;348;p19"/>
          <p:cNvSpPr txBox="1"/>
          <p:nvPr/>
        </p:nvSpPr>
        <p:spPr>
          <a:xfrm>
            <a:off x="1088125" y="3383350"/>
            <a:ext cx="3729900" cy="7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rPr>
              <a:t>CREDITS: This presentation template was created by </a:t>
            </a:r>
            <a:r>
              <a:rPr lang="en" sz="1200" b="1" u="sng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 b="1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rPr>
              <a:t>,</a:t>
            </a:r>
            <a:r>
              <a:rPr lang="en" sz="12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rPr>
              <a:t> and includes icons by </a:t>
            </a:r>
            <a:r>
              <a:rPr lang="en" sz="1200" b="1" u="sng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rPr>
              <a:t>, and infographics &amp; images by </a:t>
            </a:r>
            <a:r>
              <a:rPr lang="en" sz="1200" b="1" u="sng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b="1" u="sng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endParaRPr sz="1200" b="1" u="sng">
              <a:solidFill>
                <a:schemeClr val="dk1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0" name="Google Shape;350;p20"/>
          <p:cNvPicPr preferRelativeResize="0"/>
          <p:nvPr/>
        </p:nvPicPr>
        <p:blipFill>
          <a:blip r:embed="rId2">
            <a:alphaModFix amt="69000"/>
          </a:blip>
          <a:stretch>
            <a:fillRect/>
          </a:stretch>
        </p:blipFill>
        <p:spPr>
          <a:xfrm>
            <a:off x="-1" y="-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20"/>
          <p:cNvSpPr/>
          <p:nvPr/>
        </p:nvSpPr>
        <p:spPr>
          <a:xfrm>
            <a:off x="668100" y="0"/>
            <a:ext cx="7807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352" name="Google Shape;352;p20"/>
          <p:cNvGrpSpPr/>
          <p:nvPr/>
        </p:nvGrpSpPr>
        <p:grpSpPr>
          <a:xfrm>
            <a:off x="195544" y="181698"/>
            <a:ext cx="8704310" cy="4764462"/>
            <a:chOff x="195544" y="181698"/>
            <a:chExt cx="8704310" cy="4764462"/>
          </a:xfrm>
        </p:grpSpPr>
        <p:grpSp>
          <p:nvGrpSpPr>
            <p:cNvPr id="353" name="Google Shape;353;p20"/>
            <p:cNvGrpSpPr/>
            <p:nvPr/>
          </p:nvGrpSpPr>
          <p:grpSpPr>
            <a:xfrm>
              <a:off x="195544" y="181698"/>
              <a:ext cx="320046" cy="181299"/>
              <a:chOff x="145500" y="178275"/>
              <a:chExt cx="307500" cy="174175"/>
            </a:xfrm>
          </p:grpSpPr>
          <p:cxnSp>
            <p:nvCxnSpPr>
              <p:cNvPr id="354" name="Google Shape;354;p20"/>
              <p:cNvCxnSpPr/>
              <p:nvPr/>
            </p:nvCxnSpPr>
            <p:spPr>
              <a:xfrm>
                <a:off x="145500" y="178275"/>
                <a:ext cx="307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5" name="Google Shape;355;p20"/>
              <p:cNvCxnSpPr/>
              <p:nvPr/>
            </p:nvCxnSpPr>
            <p:spPr>
              <a:xfrm>
                <a:off x="145500" y="265363"/>
                <a:ext cx="307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6" name="Google Shape;356;p20"/>
              <p:cNvCxnSpPr/>
              <p:nvPr/>
            </p:nvCxnSpPr>
            <p:spPr>
              <a:xfrm>
                <a:off x="145500" y="352450"/>
                <a:ext cx="307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57" name="Google Shape;357;p20"/>
            <p:cNvGrpSpPr/>
            <p:nvPr/>
          </p:nvGrpSpPr>
          <p:grpSpPr>
            <a:xfrm>
              <a:off x="8718555" y="222649"/>
              <a:ext cx="181299" cy="181299"/>
              <a:chOff x="2925550" y="159475"/>
              <a:chExt cx="133200" cy="133200"/>
            </a:xfrm>
          </p:grpSpPr>
          <p:cxnSp>
            <p:nvCxnSpPr>
              <p:cNvPr id="358" name="Google Shape;358;p20"/>
              <p:cNvCxnSpPr/>
              <p:nvPr/>
            </p:nvCxnSpPr>
            <p:spPr>
              <a:xfrm>
                <a:off x="2925550" y="159475"/>
                <a:ext cx="133200" cy="13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9" name="Google Shape;359;p20"/>
              <p:cNvCxnSpPr/>
              <p:nvPr/>
            </p:nvCxnSpPr>
            <p:spPr>
              <a:xfrm flipH="1">
                <a:off x="2925550" y="159475"/>
                <a:ext cx="133200" cy="13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60" name="Google Shape;360;p20"/>
            <p:cNvGrpSpPr/>
            <p:nvPr/>
          </p:nvGrpSpPr>
          <p:grpSpPr>
            <a:xfrm>
              <a:off x="253907" y="4342897"/>
              <a:ext cx="203337" cy="603263"/>
              <a:chOff x="253658" y="4551921"/>
              <a:chExt cx="132900" cy="394316"/>
            </a:xfrm>
          </p:grpSpPr>
          <p:sp>
            <p:nvSpPr>
              <p:cNvPr id="361" name="Google Shape;361;p20"/>
              <p:cNvSpPr/>
              <p:nvPr/>
            </p:nvSpPr>
            <p:spPr>
              <a:xfrm>
                <a:off x="253658" y="4816037"/>
                <a:ext cx="132900" cy="130200"/>
              </a:xfrm>
              <a:prstGeom prst="hear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362" name="Google Shape;362;p20"/>
              <p:cNvGrpSpPr/>
              <p:nvPr/>
            </p:nvGrpSpPr>
            <p:grpSpPr>
              <a:xfrm rot="-2700000">
                <a:off x="273134" y="4571377"/>
                <a:ext cx="93942" cy="93942"/>
                <a:chOff x="2925550" y="159475"/>
                <a:chExt cx="133200" cy="133200"/>
              </a:xfrm>
            </p:grpSpPr>
            <p:cxnSp>
              <p:nvCxnSpPr>
                <p:cNvPr id="363" name="Google Shape;363;p20"/>
                <p:cNvCxnSpPr/>
                <p:nvPr/>
              </p:nvCxnSpPr>
              <p:spPr>
                <a:xfrm>
                  <a:off x="2925550" y="159475"/>
                  <a:ext cx="133200" cy="133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64" name="Google Shape;364;p20"/>
                <p:cNvCxnSpPr/>
                <p:nvPr/>
              </p:nvCxnSpPr>
              <p:spPr>
                <a:xfrm flipH="1">
                  <a:off x="2925550" y="159475"/>
                  <a:ext cx="133200" cy="133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6" name="Google Shape;366;p21"/>
          <p:cNvPicPr preferRelativeResize="0"/>
          <p:nvPr/>
        </p:nvPicPr>
        <p:blipFill>
          <a:blip r:embed="rId2">
            <a:alphaModFix amt="69000"/>
          </a:blip>
          <a:stretch>
            <a:fillRect/>
          </a:stretch>
        </p:blipFill>
        <p:spPr>
          <a:xfrm>
            <a:off x="-1" y="-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21"/>
          <p:cNvSpPr/>
          <p:nvPr/>
        </p:nvSpPr>
        <p:spPr>
          <a:xfrm>
            <a:off x="668100" y="0"/>
            <a:ext cx="7807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368" name="Google Shape;368;p21"/>
          <p:cNvGrpSpPr/>
          <p:nvPr/>
        </p:nvGrpSpPr>
        <p:grpSpPr>
          <a:xfrm>
            <a:off x="195544" y="181698"/>
            <a:ext cx="8704310" cy="4764462"/>
            <a:chOff x="195544" y="181698"/>
            <a:chExt cx="8704310" cy="4764462"/>
          </a:xfrm>
        </p:grpSpPr>
        <p:grpSp>
          <p:nvGrpSpPr>
            <p:cNvPr id="369" name="Google Shape;369;p21"/>
            <p:cNvGrpSpPr/>
            <p:nvPr/>
          </p:nvGrpSpPr>
          <p:grpSpPr>
            <a:xfrm>
              <a:off x="195544" y="181698"/>
              <a:ext cx="320046" cy="181299"/>
              <a:chOff x="145500" y="178275"/>
              <a:chExt cx="307500" cy="174175"/>
            </a:xfrm>
          </p:grpSpPr>
          <p:cxnSp>
            <p:nvCxnSpPr>
              <p:cNvPr id="370" name="Google Shape;370;p21"/>
              <p:cNvCxnSpPr/>
              <p:nvPr/>
            </p:nvCxnSpPr>
            <p:spPr>
              <a:xfrm>
                <a:off x="145500" y="178275"/>
                <a:ext cx="307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1" name="Google Shape;371;p21"/>
              <p:cNvCxnSpPr/>
              <p:nvPr/>
            </p:nvCxnSpPr>
            <p:spPr>
              <a:xfrm>
                <a:off x="145500" y="265363"/>
                <a:ext cx="307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2" name="Google Shape;372;p21"/>
              <p:cNvCxnSpPr/>
              <p:nvPr/>
            </p:nvCxnSpPr>
            <p:spPr>
              <a:xfrm>
                <a:off x="145500" y="352450"/>
                <a:ext cx="307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73" name="Google Shape;373;p21"/>
            <p:cNvGrpSpPr/>
            <p:nvPr/>
          </p:nvGrpSpPr>
          <p:grpSpPr>
            <a:xfrm>
              <a:off x="8718555" y="222649"/>
              <a:ext cx="181299" cy="181299"/>
              <a:chOff x="2925550" y="159475"/>
              <a:chExt cx="133200" cy="133200"/>
            </a:xfrm>
          </p:grpSpPr>
          <p:cxnSp>
            <p:nvCxnSpPr>
              <p:cNvPr id="374" name="Google Shape;374;p21"/>
              <p:cNvCxnSpPr/>
              <p:nvPr/>
            </p:nvCxnSpPr>
            <p:spPr>
              <a:xfrm>
                <a:off x="2925550" y="159475"/>
                <a:ext cx="133200" cy="13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5" name="Google Shape;375;p21"/>
              <p:cNvCxnSpPr/>
              <p:nvPr/>
            </p:nvCxnSpPr>
            <p:spPr>
              <a:xfrm flipH="1">
                <a:off x="2925550" y="159475"/>
                <a:ext cx="133200" cy="13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76" name="Google Shape;376;p21"/>
            <p:cNvGrpSpPr/>
            <p:nvPr/>
          </p:nvGrpSpPr>
          <p:grpSpPr>
            <a:xfrm>
              <a:off x="253907" y="4342897"/>
              <a:ext cx="203337" cy="603263"/>
              <a:chOff x="253658" y="4551921"/>
              <a:chExt cx="132900" cy="394316"/>
            </a:xfrm>
          </p:grpSpPr>
          <p:sp>
            <p:nvSpPr>
              <p:cNvPr id="377" name="Google Shape;377;p21"/>
              <p:cNvSpPr/>
              <p:nvPr/>
            </p:nvSpPr>
            <p:spPr>
              <a:xfrm>
                <a:off x="253658" y="4816037"/>
                <a:ext cx="132900" cy="130200"/>
              </a:xfrm>
              <a:prstGeom prst="hear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378" name="Google Shape;378;p21"/>
              <p:cNvGrpSpPr/>
              <p:nvPr/>
            </p:nvGrpSpPr>
            <p:grpSpPr>
              <a:xfrm rot="-2700000">
                <a:off x="273134" y="4571377"/>
                <a:ext cx="93942" cy="93942"/>
                <a:chOff x="2925550" y="159475"/>
                <a:chExt cx="133200" cy="133200"/>
              </a:xfrm>
            </p:grpSpPr>
            <p:cxnSp>
              <p:nvCxnSpPr>
                <p:cNvPr id="379" name="Google Shape;379;p21"/>
                <p:cNvCxnSpPr/>
                <p:nvPr/>
              </p:nvCxnSpPr>
              <p:spPr>
                <a:xfrm>
                  <a:off x="2925550" y="159475"/>
                  <a:ext cx="133200" cy="133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80" name="Google Shape;380;p21"/>
                <p:cNvCxnSpPr/>
                <p:nvPr/>
              </p:nvCxnSpPr>
              <p:spPr>
                <a:xfrm flipH="1">
                  <a:off x="2925550" y="159475"/>
                  <a:ext cx="133200" cy="133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 1">
  <p:cSld name="TITLE_AND_TWO_COLUMNS_1_1"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2"/>
          <p:cNvSpPr txBox="1">
            <a:spLocks noGrp="1"/>
          </p:cNvSpPr>
          <p:nvPr>
            <p:ph type="ctrTitle"/>
          </p:nvPr>
        </p:nvSpPr>
        <p:spPr>
          <a:xfrm>
            <a:off x="4696481" y="1365079"/>
            <a:ext cx="26556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4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>
            <a:endParaRPr/>
          </a:p>
        </p:txBody>
      </p:sp>
      <p:sp>
        <p:nvSpPr>
          <p:cNvPr id="383" name="Google Shape;383;p22"/>
          <p:cNvSpPr txBox="1">
            <a:spLocks noGrp="1"/>
          </p:cNvSpPr>
          <p:nvPr>
            <p:ph type="subTitle" idx="1"/>
          </p:nvPr>
        </p:nvSpPr>
        <p:spPr>
          <a:xfrm>
            <a:off x="4696481" y="1835141"/>
            <a:ext cx="3039300" cy="93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384" name="Google Shape;384;p22"/>
          <p:cNvSpPr txBox="1">
            <a:spLocks noGrp="1"/>
          </p:cNvSpPr>
          <p:nvPr>
            <p:ph type="ctrTitle" idx="2"/>
          </p:nvPr>
        </p:nvSpPr>
        <p:spPr>
          <a:xfrm>
            <a:off x="1900150" y="3127942"/>
            <a:ext cx="24729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4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>
            <a:endParaRPr/>
          </a:p>
        </p:txBody>
      </p:sp>
      <p:sp>
        <p:nvSpPr>
          <p:cNvPr id="385" name="Google Shape;385;p22"/>
          <p:cNvSpPr txBox="1">
            <a:spLocks noGrp="1"/>
          </p:cNvSpPr>
          <p:nvPr>
            <p:ph type="subTitle" idx="3"/>
          </p:nvPr>
        </p:nvSpPr>
        <p:spPr>
          <a:xfrm>
            <a:off x="1333875" y="3598390"/>
            <a:ext cx="3039300" cy="117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386" name="Google Shape;386;p22"/>
          <p:cNvSpPr/>
          <p:nvPr/>
        </p:nvSpPr>
        <p:spPr>
          <a:xfrm>
            <a:off x="7131388" y="365350"/>
            <a:ext cx="167150" cy="167150"/>
          </a:xfrm>
          <a:custGeom>
            <a:avLst/>
            <a:gdLst/>
            <a:ahLst/>
            <a:cxnLst/>
            <a:rect l="l" t="t" r="r" b="b"/>
            <a:pathLst>
              <a:path w="6686" h="6686" extrusionOk="0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22"/>
          <p:cNvSpPr/>
          <p:nvPr/>
        </p:nvSpPr>
        <p:spPr>
          <a:xfrm>
            <a:off x="8403188" y="218375"/>
            <a:ext cx="108650" cy="108650"/>
          </a:xfrm>
          <a:custGeom>
            <a:avLst/>
            <a:gdLst/>
            <a:ahLst/>
            <a:cxnLst/>
            <a:rect l="l" t="t" r="r" b="b"/>
            <a:pathLst>
              <a:path w="4346" h="4346" extrusionOk="0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22"/>
          <p:cNvSpPr/>
          <p:nvPr/>
        </p:nvSpPr>
        <p:spPr>
          <a:xfrm>
            <a:off x="7776788" y="362575"/>
            <a:ext cx="52475" cy="52450"/>
          </a:xfrm>
          <a:custGeom>
            <a:avLst/>
            <a:gdLst/>
            <a:ahLst/>
            <a:cxnLst/>
            <a:rect l="l" t="t" r="r" b="b"/>
            <a:pathLst>
              <a:path w="2099" h="2098" extrusionOk="0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22"/>
          <p:cNvSpPr/>
          <p:nvPr/>
        </p:nvSpPr>
        <p:spPr>
          <a:xfrm>
            <a:off x="8539438" y="540950"/>
            <a:ext cx="164350" cy="164350"/>
          </a:xfrm>
          <a:custGeom>
            <a:avLst/>
            <a:gdLst/>
            <a:ahLst/>
            <a:cxnLst/>
            <a:rect l="l" t="t" r="r" b="b"/>
            <a:pathLst>
              <a:path w="6574" h="6574" extrusionOk="0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0" name="Google Shape;390;p22"/>
          <p:cNvGrpSpPr/>
          <p:nvPr/>
        </p:nvGrpSpPr>
        <p:grpSpPr>
          <a:xfrm>
            <a:off x="6626134" y="-164562"/>
            <a:ext cx="121172" cy="760495"/>
            <a:chOff x="5245196" y="3136513"/>
            <a:chExt cx="121172" cy="760495"/>
          </a:xfrm>
        </p:grpSpPr>
        <p:sp>
          <p:nvSpPr>
            <p:cNvPr id="391" name="Google Shape;391;p22"/>
            <p:cNvSpPr/>
            <p:nvPr/>
          </p:nvSpPr>
          <p:spPr>
            <a:xfrm>
              <a:off x="5245196" y="3775810"/>
              <a:ext cx="121172" cy="121198"/>
            </a:xfrm>
            <a:custGeom>
              <a:avLst/>
              <a:gdLst/>
              <a:ahLst/>
              <a:cxnLst/>
              <a:rect l="l" t="t" r="r" b="b"/>
              <a:pathLst>
                <a:path w="4624" h="4625" extrusionOk="0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22"/>
            <p:cNvSpPr/>
            <p:nvPr/>
          </p:nvSpPr>
          <p:spPr>
            <a:xfrm>
              <a:off x="5309007" y="3136513"/>
              <a:ext cx="8464" cy="554288"/>
            </a:xfrm>
            <a:custGeom>
              <a:avLst/>
              <a:gdLst/>
              <a:ahLst/>
              <a:cxnLst/>
              <a:rect l="l" t="t" r="r" b="b"/>
              <a:pathLst>
                <a:path w="323" h="21152" extrusionOk="0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3" name="Google Shape;393;p22"/>
          <p:cNvSpPr/>
          <p:nvPr/>
        </p:nvSpPr>
        <p:spPr>
          <a:xfrm>
            <a:off x="318213" y="4418900"/>
            <a:ext cx="108650" cy="108650"/>
          </a:xfrm>
          <a:custGeom>
            <a:avLst/>
            <a:gdLst/>
            <a:ahLst/>
            <a:cxnLst/>
            <a:rect l="l" t="t" r="r" b="b"/>
            <a:pathLst>
              <a:path w="4346" h="4346" extrusionOk="0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22"/>
          <p:cNvSpPr/>
          <p:nvPr/>
        </p:nvSpPr>
        <p:spPr>
          <a:xfrm>
            <a:off x="454463" y="4741475"/>
            <a:ext cx="164350" cy="164350"/>
          </a:xfrm>
          <a:custGeom>
            <a:avLst/>
            <a:gdLst/>
            <a:ahLst/>
            <a:cxnLst/>
            <a:rect l="l" t="t" r="r" b="b"/>
            <a:pathLst>
              <a:path w="6574" h="6574" extrusionOk="0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22"/>
          <p:cNvSpPr txBox="1">
            <a:spLocks noGrp="1"/>
          </p:cNvSpPr>
          <p:nvPr>
            <p:ph type="ctrTitle" idx="4"/>
          </p:nvPr>
        </p:nvSpPr>
        <p:spPr>
          <a:xfrm>
            <a:off x="618825" y="411675"/>
            <a:ext cx="47277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-column text 1">
  <p:cSld name="ONE_COLUMN_TEXT_2"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3"/>
          <p:cNvSpPr txBox="1">
            <a:spLocks noGrp="1"/>
          </p:cNvSpPr>
          <p:nvPr>
            <p:ph type="body" idx="1"/>
          </p:nvPr>
        </p:nvSpPr>
        <p:spPr>
          <a:xfrm>
            <a:off x="618306" y="2199025"/>
            <a:ext cx="1905900" cy="129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98" name="Google Shape;398;p23"/>
          <p:cNvSpPr txBox="1">
            <a:spLocks noGrp="1"/>
          </p:cNvSpPr>
          <p:nvPr>
            <p:ph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>
            <a:endParaRPr/>
          </a:p>
        </p:txBody>
      </p:sp>
      <p:sp>
        <p:nvSpPr>
          <p:cNvPr id="399" name="Google Shape;399;p23"/>
          <p:cNvSpPr/>
          <p:nvPr/>
        </p:nvSpPr>
        <p:spPr>
          <a:xfrm>
            <a:off x="7131388" y="365350"/>
            <a:ext cx="167150" cy="167150"/>
          </a:xfrm>
          <a:custGeom>
            <a:avLst/>
            <a:gdLst/>
            <a:ahLst/>
            <a:cxnLst/>
            <a:rect l="l" t="t" r="r" b="b"/>
            <a:pathLst>
              <a:path w="6686" h="6686" extrusionOk="0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23"/>
          <p:cNvSpPr/>
          <p:nvPr/>
        </p:nvSpPr>
        <p:spPr>
          <a:xfrm>
            <a:off x="8403188" y="218375"/>
            <a:ext cx="108650" cy="108650"/>
          </a:xfrm>
          <a:custGeom>
            <a:avLst/>
            <a:gdLst/>
            <a:ahLst/>
            <a:cxnLst/>
            <a:rect l="l" t="t" r="r" b="b"/>
            <a:pathLst>
              <a:path w="4346" h="4346" extrusionOk="0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23"/>
          <p:cNvSpPr/>
          <p:nvPr/>
        </p:nvSpPr>
        <p:spPr>
          <a:xfrm>
            <a:off x="7776788" y="362575"/>
            <a:ext cx="52475" cy="52450"/>
          </a:xfrm>
          <a:custGeom>
            <a:avLst/>
            <a:gdLst/>
            <a:ahLst/>
            <a:cxnLst/>
            <a:rect l="l" t="t" r="r" b="b"/>
            <a:pathLst>
              <a:path w="2099" h="2098" extrusionOk="0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23"/>
          <p:cNvSpPr/>
          <p:nvPr/>
        </p:nvSpPr>
        <p:spPr>
          <a:xfrm>
            <a:off x="8539438" y="540950"/>
            <a:ext cx="164350" cy="164350"/>
          </a:xfrm>
          <a:custGeom>
            <a:avLst/>
            <a:gdLst/>
            <a:ahLst/>
            <a:cxnLst/>
            <a:rect l="l" t="t" r="r" b="b"/>
            <a:pathLst>
              <a:path w="6574" h="6574" extrusionOk="0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3" name="Google Shape;403;p23"/>
          <p:cNvGrpSpPr/>
          <p:nvPr/>
        </p:nvGrpSpPr>
        <p:grpSpPr>
          <a:xfrm>
            <a:off x="6626134" y="-164562"/>
            <a:ext cx="121172" cy="760495"/>
            <a:chOff x="5245196" y="3136513"/>
            <a:chExt cx="121172" cy="760495"/>
          </a:xfrm>
        </p:grpSpPr>
        <p:sp>
          <p:nvSpPr>
            <p:cNvPr id="404" name="Google Shape;404;p23"/>
            <p:cNvSpPr/>
            <p:nvPr/>
          </p:nvSpPr>
          <p:spPr>
            <a:xfrm>
              <a:off x="5245196" y="3775810"/>
              <a:ext cx="121172" cy="121198"/>
            </a:xfrm>
            <a:custGeom>
              <a:avLst/>
              <a:gdLst/>
              <a:ahLst/>
              <a:cxnLst/>
              <a:rect l="l" t="t" r="r" b="b"/>
              <a:pathLst>
                <a:path w="4624" h="4625" extrusionOk="0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23"/>
            <p:cNvSpPr/>
            <p:nvPr/>
          </p:nvSpPr>
          <p:spPr>
            <a:xfrm>
              <a:off x="5309007" y="3136513"/>
              <a:ext cx="8464" cy="554288"/>
            </a:xfrm>
            <a:custGeom>
              <a:avLst/>
              <a:gdLst/>
              <a:ahLst/>
              <a:cxnLst/>
              <a:rect l="l" t="t" r="r" b="b"/>
              <a:pathLst>
                <a:path w="323" h="21152" extrusionOk="0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6" name="Google Shape;406;p23"/>
          <p:cNvSpPr/>
          <p:nvPr/>
        </p:nvSpPr>
        <p:spPr>
          <a:xfrm>
            <a:off x="318213" y="4418900"/>
            <a:ext cx="108650" cy="108650"/>
          </a:xfrm>
          <a:custGeom>
            <a:avLst/>
            <a:gdLst/>
            <a:ahLst/>
            <a:cxnLst/>
            <a:rect l="l" t="t" r="r" b="b"/>
            <a:pathLst>
              <a:path w="4346" h="4346" extrusionOk="0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23"/>
          <p:cNvSpPr/>
          <p:nvPr/>
        </p:nvSpPr>
        <p:spPr>
          <a:xfrm>
            <a:off x="454463" y="4741475"/>
            <a:ext cx="164350" cy="164350"/>
          </a:xfrm>
          <a:custGeom>
            <a:avLst/>
            <a:gdLst/>
            <a:ahLst/>
            <a:cxnLst/>
            <a:rect l="l" t="t" r="r" b="b"/>
            <a:pathLst>
              <a:path w="6574" h="6574" extrusionOk="0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ra Medium"/>
              <a:buNone/>
              <a:defRPr sz="2800">
                <a:solidFill>
                  <a:schemeClr val="dk1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ra Medium"/>
              <a:buNone/>
              <a:defRPr sz="2800">
                <a:solidFill>
                  <a:schemeClr val="dk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ra Medium"/>
              <a:buNone/>
              <a:defRPr sz="2800">
                <a:solidFill>
                  <a:schemeClr val="dk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ra Medium"/>
              <a:buNone/>
              <a:defRPr sz="2800">
                <a:solidFill>
                  <a:schemeClr val="dk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ra Medium"/>
              <a:buNone/>
              <a:defRPr sz="2800">
                <a:solidFill>
                  <a:schemeClr val="dk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ra Medium"/>
              <a:buNone/>
              <a:defRPr sz="2800">
                <a:solidFill>
                  <a:schemeClr val="dk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ra Medium"/>
              <a:buNone/>
              <a:defRPr sz="2800">
                <a:solidFill>
                  <a:schemeClr val="dk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ra Medium"/>
              <a:buNone/>
              <a:defRPr sz="2800">
                <a:solidFill>
                  <a:schemeClr val="dk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ra Medium"/>
              <a:buNone/>
              <a:defRPr sz="2800">
                <a:solidFill>
                  <a:schemeClr val="dk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consolata"/>
              <a:buChar char="●"/>
              <a:defRPr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consolata"/>
              <a:buChar char="○"/>
              <a:defRPr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consolata"/>
              <a:buChar char="■"/>
              <a:defRPr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consolata"/>
              <a:buChar char="●"/>
              <a:defRPr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consolata"/>
              <a:buChar char="○"/>
              <a:defRPr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consolata"/>
              <a:buChar char="■"/>
              <a:defRPr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consolata"/>
              <a:buChar char="●"/>
              <a:defRPr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consolata"/>
              <a:buChar char="○"/>
              <a:defRPr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consolata"/>
              <a:buChar char="■"/>
              <a:defRPr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mailto:crina.bunescu@stud.acs.upb.ro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hyperlink" Target="mailto:ana_mihaela.petre@stud.acs.upb.r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8"/>
          <p:cNvSpPr txBox="1">
            <a:spLocks noGrp="1"/>
          </p:cNvSpPr>
          <p:nvPr>
            <p:ph type="ctrTitle"/>
          </p:nvPr>
        </p:nvSpPr>
        <p:spPr>
          <a:xfrm>
            <a:off x="3032392" y="737441"/>
            <a:ext cx="5749825" cy="223302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en-US" sz="2400" dirty="0"/>
              <a:t>ECHO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 err="1"/>
              <a:t>Vizualizarea</a:t>
            </a:r>
            <a:r>
              <a:rPr lang="en-US" sz="2400" dirty="0"/>
              <a:t> </a:t>
            </a:r>
            <a:r>
              <a:rPr lang="en-US" sz="2400" dirty="0" err="1"/>
              <a:t>inteligentă</a:t>
            </a:r>
            <a:r>
              <a:rPr lang="en-US" sz="2400" dirty="0"/>
              <a:t> a </a:t>
            </a:r>
            <a:r>
              <a:rPr lang="en-US" sz="2400" dirty="0" err="1"/>
              <a:t>transporturilor</a:t>
            </a:r>
            <a:r>
              <a:rPr lang="en-US" sz="2400" dirty="0"/>
              <a:t> de </a:t>
            </a:r>
            <a:r>
              <a:rPr lang="en-US" sz="2400" dirty="0" err="1"/>
              <a:t>lemn</a:t>
            </a:r>
            <a:br>
              <a:rPr lang="en-US" sz="2400" dirty="0"/>
            </a:br>
            <a:endParaRPr sz="2400" dirty="0"/>
          </a:p>
        </p:txBody>
      </p:sp>
      <p:pic>
        <p:nvPicPr>
          <p:cNvPr id="424" name="Google Shape;42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0615" y="932174"/>
            <a:ext cx="3279152" cy="3279152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28"/>
          <p:cNvSpPr txBox="1">
            <a:spLocks noGrp="1"/>
          </p:cNvSpPr>
          <p:nvPr>
            <p:ph type="subTitle" idx="4294967295"/>
          </p:nvPr>
        </p:nvSpPr>
        <p:spPr>
          <a:xfrm>
            <a:off x="4166925" y="3392175"/>
            <a:ext cx="4098600" cy="13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US" dirty="0"/>
              <a:t>ECHO </a:t>
            </a:r>
            <a:r>
              <a:rPr lang="en-US" dirty="0" err="1"/>
              <a:t>este</a:t>
            </a:r>
            <a:r>
              <a:rPr lang="en-US" dirty="0"/>
              <a:t> o </a:t>
            </a:r>
            <a:r>
              <a:rPr lang="en-US" dirty="0" err="1"/>
              <a:t>aplicație</a:t>
            </a:r>
            <a:r>
              <a:rPr lang="en-US" dirty="0"/>
              <a:t> web care </a:t>
            </a:r>
            <a:r>
              <a:rPr lang="en-US" dirty="0" err="1"/>
              <a:t>transformă</a:t>
            </a:r>
            <a:r>
              <a:rPr lang="en-US" dirty="0"/>
              <a:t> </a:t>
            </a:r>
            <a:r>
              <a:rPr lang="en-US" dirty="0" err="1"/>
              <a:t>datele</a:t>
            </a:r>
            <a:r>
              <a:rPr lang="en-US" dirty="0"/>
              <a:t> din SUMAL 2.0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semnale</a:t>
            </a:r>
            <a:r>
              <a:rPr lang="en-US" dirty="0"/>
              <a:t> </a:t>
            </a:r>
            <a:r>
              <a:rPr lang="en-US" dirty="0" err="1"/>
              <a:t>vizuale</a:t>
            </a:r>
            <a:r>
              <a:rPr lang="en-US" dirty="0"/>
              <a:t> </a:t>
            </a:r>
            <a:r>
              <a:rPr lang="en-US" dirty="0" err="1"/>
              <a:t>clare</a:t>
            </a:r>
            <a:r>
              <a:rPr lang="en-US" dirty="0"/>
              <a:t>, </a:t>
            </a:r>
            <a:r>
              <a:rPr lang="en-US" dirty="0" err="1"/>
              <a:t>ușor</a:t>
            </a:r>
            <a:r>
              <a:rPr lang="en-US" dirty="0"/>
              <a:t> de </a:t>
            </a:r>
            <a:r>
              <a:rPr lang="en-US" dirty="0" err="1"/>
              <a:t>înțeles</a:t>
            </a:r>
            <a:r>
              <a:rPr lang="en-US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/Cuprinsul recomandat al prezentării</a:t>
            </a:r>
            <a:endParaRPr/>
          </a:p>
        </p:txBody>
      </p:sp>
      <p:sp>
        <p:nvSpPr>
          <p:cNvPr id="435" name="Google Shape;435;p29"/>
          <p:cNvSpPr txBox="1">
            <a:spLocks noGrp="1"/>
          </p:cNvSpPr>
          <p:nvPr>
            <p:ph type="title" idx="5"/>
          </p:nvPr>
        </p:nvSpPr>
        <p:spPr>
          <a:xfrm>
            <a:off x="1276775" y="1469277"/>
            <a:ext cx="954600" cy="49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/01</a:t>
            </a:r>
            <a:endParaRPr/>
          </a:p>
        </p:txBody>
      </p:sp>
      <p:sp>
        <p:nvSpPr>
          <p:cNvPr id="436" name="Google Shape;436;p29"/>
          <p:cNvSpPr txBox="1">
            <a:spLocks noGrp="1"/>
          </p:cNvSpPr>
          <p:nvPr>
            <p:ph type="title" idx="7"/>
          </p:nvPr>
        </p:nvSpPr>
        <p:spPr>
          <a:xfrm>
            <a:off x="4947925" y="1469277"/>
            <a:ext cx="954600" cy="49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/02</a:t>
            </a:r>
            <a:endParaRPr/>
          </a:p>
        </p:txBody>
      </p:sp>
      <p:sp>
        <p:nvSpPr>
          <p:cNvPr id="437" name="Google Shape;437;p29"/>
          <p:cNvSpPr txBox="1">
            <a:spLocks noGrp="1"/>
          </p:cNvSpPr>
          <p:nvPr>
            <p:ph type="title" idx="8"/>
          </p:nvPr>
        </p:nvSpPr>
        <p:spPr>
          <a:xfrm>
            <a:off x="4947925" y="3257320"/>
            <a:ext cx="954600" cy="49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/04</a:t>
            </a:r>
            <a:endParaRPr dirty="0"/>
          </a:p>
        </p:txBody>
      </p:sp>
      <p:sp>
        <p:nvSpPr>
          <p:cNvPr id="438" name="Google Shape;438;p29"/>
          <p:cNvSpPr txBox="1">
            <a:spLocks noGrp="1"/>
          </p:cNvSpPr>
          <p:nvPr>
            <p:ph type="title" idx="6"/>
          </p:nvPr>
        </p:nvSpPr>
        <p:spPr>
          <a:xfrm>
            <a:off x="1276775" y="3257320"/>
            <a:ext cx="954600" cy="49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/03</a:t>
            </a:r>
            <a:endParaRPr/>
          </a:p>
        </p:txBody>
      </p:sp>
      <p:sp>
        <p:nvSpPr>
          <p:cNvPr id="439" name="Google Shape;439;p29"/>
          <p:cNvSpPr txBox="1">
            <a:spLocks noGrp="1"/>
          </p:cNvSpPr>
          <p:nvPr>
            <p:ph type="subTitle" idx="9"/>
          </p:nvPr>
        </p:nvSpPr>
        <p:spPr>
          <a:xfrm>
            <a:off x="1276774" y="1984975"/>
            <a:ext cx="2919300" cy="3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Echipa și rolurile</a:t>
            </a:r>
            <a:endParaRPr/>
          </a:p>
        </p:txBody>
      </p:sp>
      <p:sp>
        <p:nvSpPr>
          <p:cNvPr id="440" name="Google Shape;440;p29"/>
          <p:cNvSpPr txBox="1">
            <a:spLocks noGrp="1"/>
          </p:cNvSpPr>
          <p:nvPr>
            <p:ph type="subTitle" idx="13"/>
          </p:nvPr>
        </p:nvSpPr>
        <p:spPr>
          <a:xfrm>
            <a:off x="4947925" y="1984975"/>
            <a:ext cx="3476100" cy="3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Problema și soluția</a:t>
            </a:r>
            <a:endParaRPr/>
          </a:p>
        </p:txBody>
      </p:sp>
      <p:sp>
        <p:nvSpPr>
          <p:cNvPr id="441" name="Google Shape;441;p29"/>
          <p:cNvSpPr txBox="1">
            <a:spLocks noGrp="1"/>
          </p:cNvSpPr>
          <p:nvPr>
            <p:ph type="subTitle" idx="14"/>
          </p:nvPr>
        </p:nvSpPr>
        <p:spPr>
          <a:xfrm>
            <a:off x="1276774" y="3773045"/>
            <a:ext cx="2919300" cy="3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Implementare și Tehnic</a:t>
            </a:r>
            <a:endParaRPr/>
          </a:p>
        </p:txBody>
      </p:sp>
      <p:sp>
        <p:nvSpPr>
          <p:cNvPr id="442" name="Google Shape;442;p29"/>
          <p:cNvSpPr txBox="1">
            <a:spLocks noGrp="1"/>
          </p:cNvSpPr>
          <p:nvPr>
            <p:ph type="subTitle" idx="15"/>
          </p:nvPr>
        </p:nvSpPr>
        <p:spPr>
          <a:xfrm>
            <a:off x="4947926" y="3773045"/>
            <a:ext cx="2919300" cy="3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 și Concluzii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1"/>
          <p:cNvSpPr txBox="1">
            <a:spLocks noGrp="1"/>
          </p:cNvSpPr>
          <p:nvPr>
            <p:ph type="title"/>
          </p:nvPr>
        </p:nvSpPr>
        <p:spPr>
          <a:xfrm>
            <a:off x="1008450" y="1918650"/>
            <a:ext cx="3662700" cy="15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/Echipa și rolurile</a:t>
            </a:r>
            <a:endParaRPr/>
          </a:p>
        </p:txBody>
      </p:sp>
      <p:sp>
        <p:nvSpPr>
          <p:cNvPr id="476" name="Google Shape;476;p31"/>
          <p:cNvSpPr txBox="1">
            <a:spLocks noGrp="1"/>
          </p:cNvSpPr>
          <p:nvPr>
            <p:ph type="subTitle" idx="1"/>
          </p:nvPr>
        </p:nvSpPr>
        <p:spPr>
          <a:xfrm>
            <a:off x="1008450" y="3392166"/>
            <a:ext cx="3102300" cy="6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77" name="Google Shape;477;p31"/>
          <p:cNvSpPr txBox="1">
            <a:spLocks noGrp="1"/>
          </p:cNvSpPr>
          <p:nvPr>
            <p:ph type="title" idx="2"/>
          </p:nvPr>
        </p:nvSpPr>
        <p:spPr>
          <a:xfrm>
            <a:off x="1008450" y="1076853"/>
            <a:ext cx="17025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/01</a:t>
            </a:r>
            <a:endParaRPr/>
          </a:p>
        </p:txBody>
      </p:sp>
      <p:pic>
        <p:nvPicPr>
          <p:cNvPr id="478" name="Google Shape;47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5600" y="981575"/>
            <a:ext cx="3180348" cy="31803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3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/Echipa</a:t>
            </a:r>
            <a:endParaRPr/>
          </a:p>
        </p:txBody>
      </p:sp>
      <p:sp>
        <p:nvSpPr>
          <p:cNvPr id="486" name="Google Shape;486;p32"/>
          <p:cNvSpPr txBox="1">
            <a:spLocks noGrp="1"/>
          </p:cNvSpPr>
          <p:nvPr>
            <p:ph type="ctrTitle" idx="4294967295"/>
          </p:nvPr>
        </p:nvSpPr>
        <p:spPr>
          <a:xfrm>
            <a:off x="1182815" y="1693208"/>
            <a:ext cx="2655600" cy="6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Crina</a:t>
            </a:r>
            <a:endParaRPr dirty="0"/>
          </a:p>
        </p:txBody>
      </p:sp>
      <p:sp>
        <p:nvSpPr>
          <p:cNvPr id="487" name="Google Shape;487;p32"/>
          <p:cNvSpPr txBox="1">
            <a:spLocks noGrp="1"/>
          </p:cNvSpPr>
          <p:nvPr>
            <p:ph type="subTitle" idx="4294967295"/>
          </p:nvPr>
        </p:nvSpPr>
        <p:spPr>
          <a:xfrm>
            <a:off x="1182809" y="2218468"/>
            <a:ext cx="3039300" cy="85493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US" dirty="0"/>
              <a:t>Algorithm &amp; Logic Lead</a:t>
            </a:r>
          </a:p>
          <a:p>
            <a:pPr marL="0" lvl="0" indent="0">
              <a:buNone/>
            </a:pPr>
            <a:r>
              <a:rPr lang="en-US" dirty="0"/>
              <a:t>Analiza </a:t>
            </a:r>
            <a:r>
              <a:rPr lang="en-US" dirty="0" err="1"/>
              <a:t>rutelor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calculul</a:t>
            </a:r>
            <a:r>
              <a:rPr lang="en-US" dirty="0"/>
              <a:t> </a:t>
            </a:r>
            <a:r>
              <a:rPr lang="en-US" dirty="0" err="1"/>
              <a:t>scorului</a:t>
            </a:r>
            <a:r>
              <a:rPr lang="en-US" dirty="0"/>
              <a:t> de </a:t>
            </a:r>
            <a:r>
              <a:rPr lang="en-US" dirty="0" err="1"/>
              <a:t>suspiciune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88" name="Google Shape;488;p32"/>
          <p:cNvSpPr txBox="1">
            <a:spLocks noGrp="1"/>
          </p:cNvSpPr>
          <p:nvPr>
            <p:ph type="ctrTitle" idx="4294967295"/>
          </p:nvPr>
        </p:nvSpPr>
        <p:spPr>
          <a:xfrm>
            <a:off x="5488160" y="688160"/>
            <a:ext cx="2472900" cy="6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Ana</a:t>
            </a:r>
            <a:endParaRPr dirty="0"/>
          </a:p>
        </p:txBody>
      </p:sp>
      <p:sp>
        <p:nvSpPr>
          <p:cNvPr id="489" name="Google Shape;489;p32"/>
          <p:cNvSpPr txBox="1">
            <a:spLocks noGrp="1"/>
          </p:cNvSpPr>
          <p:nvPr>
            <p:ph type="subTitle" idx="4294967295"/>
          </p:nvPr>
        </p:nvSpPr>
        <p:spPr>
          <a:xfrm>
            <a:off x="4921885" y="1158608"/>
            <a:ext cx="3039300" cy="117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US" dirty="0"/>
              <a:t>Core Developer &amp; Data Integration</a:t>
            </a:r>
          </a:p>
          <a:p>
            <a:pPr marL="0" lvl="0" indent="0">
              <a:buNone/>
            </a:pPr>
            <a:r>
              <a:rPr lang="en-US" dirty="0" err="1"/>
              <a:t>Integrarea</a:t>
            </a:r>
            <a:r>
              <a:rPr lang="en-US" dirty="0"/>
              <a:t> API-</a:t>
            </a:r>
            <a:r>
              <a:rPr lang="en-US" dirty="0" err="1"/>
              <a:t>ului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afișarea</a:t>
            </a:r>
            <a:r>
              <a:rPr lang="en-US" dirty="0"/>
              <a:t> </a:t>
            </a:r>
            <a:r>
              <a:rPr lang="en-US" dirty="0" err="1"/>
              <a:t>datelor</a:t>
            </a:r>
            <a:r>
              <a:rPr lang="en-US" dirty="0"/>
              <a:t> pe </a:t>
            </a:r>
            <a:r>
              <a:rPr lang="en-US" dirty="0" err="1"/>
              <a:t>hartă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90" name="Google Shape;490;p32"/>
          <p:cNvSpPr/>
          <p:nvPr/>
        </p:nvSpPr>
        <p:spPr>
          <a:xfrm>
            <a:off x="1783325" y="1199225"/>
            <a:ext cx="252000" cy="25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32"/>
          <p:cNvSpPr/>
          <p:nvPr/>
        </p:nvSpPr>
        <p:spPr>
          <a:xfrm>
            <a:off x="7092250" y="3891700"/>
            <a:ext cx="423300" cy="42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486;p32">
            <a:extLst>
              <a:ext uri="{FF2B5EF4-FFF2-40B4-BE49-F238E27FC236}">
                <a16:creationId xmlns:a16="http://schemas.microsoft.com/office/drawing/2014/main" id="{C66A2275-CB6E-D218-1DDD-8AA792956BEA}"/>
              </a:ext>
            </a:extLst>
          </p:cNvPr>
          <p:cNvSpPr txBox="1">
            <a:spLocks/>
          </p:cNvSpPr>
          <p:nvPr/>
        </p:nvSpPr>
        <p:spPr>
          <a:xfrm>
            <a:off x="3594085" y="3206330"/>
            <a:ext cx="2655600" cy="6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ra Medium"/>
              <a:buNone/>
              <a:defRPr sz="2800" b="0" i="0" u="none" strike="noStrike" cap="none">
                <a:solidFill>
                  <a:schemeClr val="dk1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ra Medium"/>
              <a:buNone/>
              <a:defRPr sz="2800" b="0" i="0" u="none" strike="noStrike" cap="none">
                <a:solidFill>
                  <a:schemeClr val="dk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ra Medium"/>
              <a:buNone/>
              <a:defRPr sz="2800" b="0" i="0" u="none" strike="noStrike" cap="none">
                <a:solidFill>
                  <a:schemeClr val="dk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ra Medium"/>
              <a:buNone/>
              <a:defRPr sz="2800" b="0" i="0" u="none" strike="noStrike" cap="none">
                <a:solidFill>
                  <a:schemeClr val="dk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ra Medium"/>
              <a:buNone/>
              <a:defRPr sz="2800" b="0" i="0" u="none" strike="noStrike" cap="none">
                <a:solidFill>
                  <a:schemeClr val="dk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ra Medium"/>
              <a:buNone/>
              <a:defRPr sz="2800" b="0" i="0" u="none" strike="noStrike" cap="none">
                <a:solidFill>
                  <a:schemeClr val="dk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ra Medium"/>
              <a:buNone/>
              <a:defRPr sz="2800" b="0" i="0" u="none" strike="noStrike" cap="none">
                <a:solidFill>
                  <a:schemeClr val="dk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ra Medium"/>
              <a:buNone/>
              <a:defRPr sz="2800" b="0" i="0" u="none" strike="noStrike" cap="none">
                <a:solidFill>
                  <a:schemeClr val="dk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ra Medium"/>
              <a:buNone/>
              <a:defRPr sz="2800" b="0" i="0" u="none" strike="noStrike" cap="none">
                <a:solidFill>
                  <a:schemeClr val="dk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>
            <a:r>
              <a:rPr lang="en-US" dirty="0"/>
              <a:t>Alexia</a:t>
            </a:r>
          </a:p>
        </p:txBody>
      </p:sp>
      <p:sp>
        <p:nvSpPr>
          <p:cNvPr id="3" name="Google Shape;487;p32">
            <a:extLst>
              <a:ext uri="{FF2B5EF4-FFF2-40B4-BE49-F238E27FC236}">
                <a16:creationId xmlns:a16="http://schemas.microsoft.com/office/drawing/2014/main" id="{CFA1982D-A3F4-E355-641C-B6DEAC145E52}"/>
              </a:ext>
            </a:extLst>
          </p:cNvPr>
          <p:cNvSpPr txBox="1">
            <a:spLocks/>
          </p:cNvSpPr>
          <p:nvPr/>
        </p:nvSpPr>
        <p:spPr>
          <a:xfrm>
            <a:off x="3594079" y="3731591"/>
            <a:ext cx="3039300" cy="966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consolata"/>
              <a:buChar char="●"/>
              <a:defRPr sz="1400" b="0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consolata"/>
              <a:buChar char="○"/>
              <a:defRPr sz="1400" b="0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consolata"/>
              <a:buChar char="■"/>
              <a:defRPr sz="1400" b="0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consolata"/>
              <a:buChar char="●"/>
              <a:defRPr sz="1400" b="0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consolata"/>
              <a:buChar char="○"/>
              <a:defRPr sz="1400" b="0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consolata"/>
              <a:buChar char="■"/>
              <a:defRPr sz="1400" b="0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consolata"/>
              <a:buChar char="●"/>
              <a:defRPr sz="1400" b="0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consolata"/>
              <a:buChar char="○"/>
              <a:defRPr sz="1400" b="0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consolata"/>
              <a:buChar char="■"/>
              <a:defRPr sz="1400" b="0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>
            <a:pPr marL="0" indent="0">
              <a:buNone/>
            </a:pPr>
            <a:r>
              <a:rPr lang="en-US" dirty="0"/>
              <a:t>Frontend &amp; UX/UI Designer</a:t>
            </a:r>
          </a:p>
          <a:p>
            <a:pPr marL="0" indent="0">
              <a:buNone/>
            </a:pPr>
            <a:r>
              <a:rPr lang="en-US" dirty="0"/>
              <a:t>Design, </a:t>
            </a:r>
            <a:r>
              <a:rPr lang="en-US" dirty="0" err="1"/>
              <a:t>interfață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experiența</a:t>
            </a:r>
            <a:r>
              <a:rPr lang="en-US" dirty="0"/>
              <a:t> </a:t>
            </a:r>
            <a:r>
              <a:rPr lang="en-US" dirty="0" err="1"/>
              <a:t>utilizatorului</a:t>
            </a:r>
            <a:endParaRPr lang="en-US" dirty="0"/>
          </a:p>
          <a:p>
            <a:pPr marL="0" indent="0">
              <a:buFont typeface="Inconsolata"/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3"/>
          <p:cNvSpPr txBox="1">
            <a:spLocks noGrp="1"/>
          </p:cNvSpPr>
          <p:nvPr>
            <p:ph type="title"/>
          </p:nvPr>
        </p:nvSpPr>
        <p:spPr>
          <a:xfrm>
            <a:off x="1008450" y="1918650"/>
            <a:ext cx="3662700" cy="15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/Problema și soluția</a:t>
            </a:r>
            <a:endParaRPr/>
          </a:p>
        </p:txBody>
      </p:sp>
      <p:sp>
        <p:nvSpPr>
          <p:cNvPr id="497" name="Google Shape;497;p33"/>
          <p:cNvSpPr txBox="1">
            <a:spLocks noGrp="1"/>
          </p:cNvSpPr>
          <p:nvPr>
            <p:ph type="subTitle" idx="1"/>
          </p:nvPr>
        </p:nvSpPr>
        <p:spPr>
          <a:xfrm>
            <a:off x="1008450" y="3392166"/>
            <a:ext cx="3102300" cy="6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98" name="Google Shape;498;p33"/>
          <p:cNvSpPr txBox="1">
            <a:spLocks noGrp="1"/>
          </p:cNvSpPr>
          <p:nvPr>
            <p:ph type="title" idx="2"/>
          </p:nvPr>
        </p:nvSpPr>
        <p:spPr>
          <a:xfrm>
            <a:off x="1008450" y="1076853"/>
            <a:ext cx="17025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/02</a:t>
            </a:r>
            <a:endParaRPr/>
          </a:p>
        </p:txBody>
      </p:sp>
      <p:pic>
        <p:nvPicPr>
          <p:cNvPr id="499" name="Google Shape;49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5600" y="981575"/>
            <a:ext cx="3180348" cy="31803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/Pitch-ul proiectului</a:t>
            </a:r>
            <a:endParaRPr/>
          </a:p>
        </p:txBody>
      </p:sp>
      <p:sp>
        <p:nvSpPr>
          <p:cNvPr id="505" name="Google Shape;505;p34"/>
          <p:cNvSpPr txBox="1">
            <a:spLocks noGrp="1"/>
          </p:cNvSpPr>
          <p:nvPr>
            <p:ph type="subTitle" idx="1"/>
          </p:nvPr>
        </p:nvSpPr>
        <p:spPr>
          <a:xfrm>
            <a:off x="5284000" y="2158851"/>
            <a:ext cx="2909400" cy="10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indent="-355600">
              <a:lnSpc>
                <a:spcPct val="100000"/>
              </a:lnSpc>
              <a:buClr>
                <a:schemeClr val="accent4"/>
              </a:buClr>
              <a:buSzPts val="2000"/>
              <a:buChar char="●"/>
            </a:pPr>
            <a:r>
              <a:rPr lang="en-US" dirty="0" err="1"/>
              <a:t>Pentru</a:t>
            </a:r>
            <a:r>
              <a:rPr lang="en-US" dirty="0"/>
              <a:t> un </a:t>
            </a:r>
            <a:r>
              <a:rPr lang="en-US" dirty="0" err="1"/>
              <a:t>utilizator</a:t>
            </a:r>
            <a:r>
              <a:rPr lang="en-US" dirty="0"/>
              <a:t> </a:t>
            </a:r>
            <a:r>
              <a:rPr lang="en-US" dirty="0" err="1"/>
              <a:t>obișnuit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foarte</a:t>
            </a:r>
            <a:r>
              <a:rPr lang="en-US" dirty="0"/>
              <a:t> </a:t>
            </a:r>
            <a:r>
              <a:rPr lang="en-US" dirty="0" err="1"/>
              <a:t>greu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identifice</a:t>
            </a:r>
            <a:r>
              <a:rPr lang="en-US" dirty="0"/>
              <a:t> </a:t>
            </a:r>
            <a:r>
              <a:rPr lang="en-US" dirty="0" err="1"/>
              <a:t>dacă</a:t>
            </a:r>
            <a:r>
              <a:rPr lang="en-US" dirty="0"/>
              <a:t> un transport </a:t>
            </a:r>
            <a:r>
              <a:rPr lang="en-US" dirty="0" err="1"/>
              <a:t>este</a:t>
            </a:r>
            <a:r>
              <a:rPr lang="en-US" dirty="0"/>
              <a:t> normal </a:t>
            </a:r>
            <a:r>
              <a:rPr lang="en-US" dirty="0" err="1"/>
              <a:t>sau</a:t>
            </a:r>
            <a:r>
              <a:rPr lang="en-US" dirty="0"/>
              <a:t> suspect.</a:t>
            </a:r>
          </a:p>
          <a:p>
            <a:pPr marL="101600" lvl="0" indent="0">
              <a:lnSpc>
                <a:spcPct val="100000"/>
              </a:lnSpc>
              <a:buClr>
                <a:schemeClr val="accent4"/>
              </a:buClr>
              <a:buSzPts val="2000"/>
            </a:pPr>
            <a:endParaRPr lang="en-US" dirty="0"/>
          </a:p>
          <a:p>
            <a:pPr lvl="0" indent="-355600">
              <a:lnSpc>
                <a:spcPct val="100000"/>
              </a:lnSpc>
              <a:buClr>
                <a:schemeClr val="accent4"/>
              </a:buClr>
              <a:buSzPts val="2000"/>
              <a:buChar char="●"/>
            </a:pPr>
            <a:r>
              <a:rPr lang="en-US" dirty="0" err="1"/>
              <a:t>Aplicația</a:t>
            </a:r>
            <a:r>
              <a:rPr lang="en-US" dirty="0"/>
              <a:t> </a:t>
            </a:r>
            <a:r>
              <a:rPr lang="en-US" dirty="0" err="1"/>
              <a:t>interpretează</a:t>
            </a:r>
            <a:r>
              <a:rPr lang="en-US" dirty="0"/>
              <a:t> </a:t>
            </a:r>
            <a:r>
              <a:rPr lang="en-US" dirty="0" err="1"/>
              <a:t>rutele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le </a:t>
            </a:r>
            <a:r>
              <a:rPr lang="en-US" dirty="0" err="1"/>
              <a:t>transformă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indicatori</a:t>
            </a:r>
            <a:r>
              <a:rPr lang="en-US" dirty="0"/>
              <a:t> </a:t>
            </a:r>
            <a:r>
              <a:rPr lang="en-US" dirty="0" err="1"/>
              <a:t>vizuali</a:t>
            </a:r>
            <a:r>
              <a:rPr lang="en-US" dirty="0"/>
              <a:t> </a:t>
            </a:r>
            <a:r>
              <a:rPr lang="en-US" dirty="0" err="1"/>
              <a:t>simpli</a:t>
            </a:r>
            <a:r>
              <a:rPr lang="en-US" dirty="0"/>
              <a:t>, </a:t>
            </a:r>
            <a:r>
              <a:rPr lang="en-US" dirty="0" err="1"/>
              <a:t>ușor</a:t>
            </a:r>
            <a:r>
              <a:rPr lang="en-US" dirty="0"/>
              <a:t> de </a:t>
            </a:r>
            <a:r>
              <a:rPr lang="en-US" dirty="0" err="1"/>
              <a:t>înțeles</a:t>
            </a:r>
            <a:endParaRPr lang="en" dirty="0"/>
          </a:p>
        </p:txBody>
      </p:sp>
      <p:sp>
        <p:nvSpPr>
          <p:cNvPr id="506" name="Google Shape;506;p34"/>
          <p:cNvSpPr txBox="1">
            <a:spLocks noGrp="1"/>
          </p:cNvSpPr>
          <p:nvPr>
            <p:ph type="subTitle" idx="2"/>
          </p:nvPr>
        </p:nvSpPr>
        <p:spPr>
          <a:xfrm>
            <a:off x="1500528" y="2158853"/>
            <a:ext cx="3233547" cy="138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indent="-355600">
              <a:lnSpc>
                <a:spcPct val="100000"/>
              </a:lnSpc>
              <a:buClr>
                <a:schemeClr val="accent4"/>
              </a:buClr>
              <a:buSzPts val="2000"/>
              <a:buChar char="●"/>
            </a:pPr>
            <a:r>
              <a:rPr lang="en-US" dirty="0" err="1"/>
              <a:t>Datele</a:t>
            </a:r>
            <a:r>
              <a:rPr lang="en-US" dirty="0"/>
              <a:t> </a:t>
            </a:r>
            <a:r>
              <a:rPr lang="en-US" dirty="0" err="1"/>
              <a:t>despre</a:t>
            </a:r>
            <a:r>
              <a:rPr lang="en-US" dirty="0"/>
              <a:t> </a:t>
            </a:r>
            <a:r>
              <a:rPr lang="en-US" dirty="0" err="1"/>
              <a:t>transporturile</a:t>
            </a:r>
            <a:r>
              <a:rPr lang="en-US" dirty="0"/>
              <a:t> de </a:t>
            </a:r>
            <a:r>
              <a:rPr lang="en-US" dirty="0" err="1"/>
              <a:t>lemn</a:t>
            </a:r>
            <a:r>
              <a:rPr lang="en-US" dirty="0"/>
              <a:t> </a:t>
            </a:r>
            <a:r>
              <a:rPr lang="en-US" dirty="0" err="1"/>
              <a:t>există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SUMAL 2.0, </a:t>
            </a:r>
            <a:r>
              <a:rPr lang="en-US" dirty="0" err="1"/>
              <a:t>dar</a:t>
            </a:r>
            <a:r>
              <a:rPr lang="en-US" dirty="0"/>
              <a:t> sunt </a:t>
            </a:r>
            <a:r>
              <a:rPr lang="en-US" dirty="0" err="1"/>
              <a:t>prezentate</a:t>
            </a:r>
            <a:r>
              <a:rPr lang="en-US" dirty="0"/>
              <a:t> sub forma </a:t>
            </a:r>
            <a:r>
              <a:rPr lang="en-US" dirty="0" err="1"/>
              <a:t>unor</a:t>
            </a:r>
            <a:r>
              <a:rPr lang="en-US" dirty="0"/>
              <a:t> </a:t>
            </a:r>
            <a:r>
              <a:rPr lang="en-US" dirty="0" err="1"/>
              <a:t>liste</a:t>
            </a:r>
            <a:r>
              <a:rPr lang="en-US" dirty="0"/>
              <a:t> de </a:t>
            </a:r>
            <a:r>
              <a:rPr lang="en-US" dirty="0" err="1"/>
              <a:t>coordonate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cifre</a:t>
            </a:r>
            <a:r>
              <a:rPr lang="en-US" dirty="0"/>
              <a:t>.</a:t>
            </a:r>
          </a:p>
          <a:p>
            <a:pPr marL="101600" lvl="0" indent="0">
              <a:lnSpc>
                <a:spcPct val="100000"/>
              </a:lnSpc>
              <a:buClr>
                <a:schemeClr val="accent4"/>
              </a:buClr>
              <a:buSzPts val="2000"/>
            </a:pPr>
            <a:endParaRPr lang="en-US" dirty="0"/>
          </a:p>
          <a:p>
            <a:pPr lvl="0" indent="-355600">
              <a:lnSpc>
                <a:spcPct val="100000"/>
              </a:lnSpc>
              <a:buClr>
                <a:schemeClr val="accent4"/>
              </a:buClr>
              <a:buSzPts val="2000"/>
              <a:buChar char="●"/>
            </a:pPr>
            <a:r>
              <a:rPr lang="en-US" dirty="0" err="1"/>
              <a:t>Pentru</a:t>
            </a:r>
            <a:r>
              <a:rPr lang="en-US" dirty="0"/>
              <a:t> un </a:t>
            </a:r>
            <a:r>
              <a:rPr lang="en-US" dirty="0" err="1"/>
              <a:t>utilizator</a:t>
            </a:r>
            <a:r>
              <a:rPr lang="en-US" dirty="0"/>
              <a:t> </a:t>
            </a:r>
            <a:r>
              <a:rPr lang="en-US" dirty="0" err="1"/>
              <a:t>obișnuit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foarte</a:t>
            </a:r>
            <a:r>
              <a:rPr lang="en-US" dirty="0"/>
              <a:t> </a:t>
            </a:r>
            <a:r>
              <a:rPr lang="en-US" dirty="0" err="1"/>
              <a:t>greu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identifice</a:t>
            </a:r>
            <a:r>
              <a:rPr lang="en-US" dirty="0"/>
              <a:t> </a:t>
            </a:r>
            <a:r>
              <a:rPr lang="en-US" dirty="0" err="1"/>
              <a:t>dacă</a:t>
            </a:r>
            <a:r>
              <a:rPr lang="en-US" dirty="0"/>
              <a:t> un transport </a:t>
            </a:r>
            <a:r>
              <a:rPr lang="en-US" dirty="0" err="1"/>
              <a:t>este</a:t>
            </a:r>
            <a:r>
              <a:rPr lang="en-US" dirty="0"/>
              <a:t> normal </a:t>
            </a:r>
            <a:r>
              <a:rPr lang="en-US" dirty="0" err="1"/>
              <a:t>sau</a:t>
            </a:r>
            <a:r>
              <a:rPr lang="en-US" dirty="0"/>
              <a:t> suspect.</a:t>
            </a: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Char char="●"/>
            </a:pPr>
            <a:endParaRPr lang="en-US" dirty="0"/>
          </a:p>
        </p:txBody>
      </p:sp>
      <p:sp>
        <p:nvSpPr>
          <p:cNvPr id="507" name="Google Shape;507;p34"/>
          <p:cNvSpPr txBox="1">
            <a:spLocks noGrp="1"/>
          </p:cNvSpPr>
          <p:nvPr>
            <p:ph type="subTitle" idx="3"/>
          </p:nvPr>
        </p:nvSpPr>
        <p:spPr>
          <a:xfrm>
            <a:off x="5283988" y="1840253"/>
            <a:ext cx="2359500" cy="41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Soluția</a:t>
            </a:r>
            <a:endParaRPr/>
          </a:p>
        </p:txBody>
      </p:sp>
      <p:sp>
        <p:nvSpPr>
          <p:cNvPr id="508" name="Google Shape;508;p34"/>
          <p:cNvSpPr txBox="1">
            <a:spLocks noGrp="1"/>
          </p:cNvSpPr>
          <p:nvPr>
            <p:ph type="subTitle" idx="4"/>
          </p:nvPr>
        </p:nvSpPr>
        <p:spPr>
          <a:xfrm>
            <a:off x="1500512" y="1840253"/>
            <a:ext cx="2359500" cy="41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Problema</a:t>
            </a:r>
            <a:endParaRPr/>
          </a:p>
        </p:txBody>
      </p:sp>
      <p:grpSp>
        <p:nvGrpSpPr>
          <p:cNvPr id="509" name="Google Shape;509;p34"/>
          <p:cNvGrpSpPr/>
          <p:nvPr/>
        </p:nvGrpSpPr>
        <p:grpSpPr>
          <a:xfrm>
            <a:off x="1590712" y="1400444"/>
            <a:ext cx="279927" cy="246061"/>
            <a:chOff x="-3030525" y="3973150"/>
            <a:chExt cx="293025" cy="257575"/>
          </a:xfrm>
        </p:grpSpPr>
        <p:sp>
          <p:nvSpPr>
            <p:cNvPr id="510" name="Google Shape;510;p34"/>
            <p:cNvSpPr/>
            <p:nvPr/>
          </p:nvSpPr>
          <p:spPr>
            <a:xfrm>
              <a:off x="-3029750" y="3973150"/>
              <a:ext cx="292250" cy="68550"/>
            </a:xfrm>
            <a:custGeom>
              <a:avLst/>
              <a:gdLst/>
              <a:ahLst/>
              <a:cxnLst/>
              <a:rect l="l" t="t" r="r" b="b"/>
              <a:pathLst>
                <a:path w="11690" h="2742" extrusionOk="0">
                  <a:moveTo>
                    <a:pt x="1702" y="1355"/>
                  </a:moveTo>
                  <a:cubicBezTo>
                    <a:pt x="1891" y="1355"/>
                    <a:pt x="2049" y="1513"/>
                    <a:pt x="2049" y="1702"/>
                  </a:cubicBezTo>
                  <a:cubicBezTo>
                    <a:pt x="2049" y="1922"/>
                    <a:pt x="1891" y="2080"/>
                    <a:pt x="1702" y="2080"/>
                  </a:cubicBezTo>
                  <a:cubicBezTo>
                    <a:pt x="1513" y="2080"/>
                    <a:pt x="1356" y="1922"/>
                    <a:pt x="1356" y="1702"/>
                  </a:cubicBezTo>
                  <a:cubicBezTo>
                    <a:pt x="1356" y="1513"/>
                    <a:pt x="1513" y="1355"/>
                    <a:pt x="1702" y="1355"/>
                  </a:cubicBezTo>
                  <a:close/>
                  <a:moveTo>
                    <a:pt x="3088" y="1355"/>
                  </a:moveTo>
                  <a:cubicBezTo>
                    <a:pt x="3277" y="1355"/>
                    <a:pt x="3435" y="1513"/>
                    <a:pt x="3435" y="1702"/>
                  </a:cubicBezTo>
                  <a:cubicBezTo>
                    <a:pt x="3435" y="1922"/>
                    <a:pt x="3277" y="2080"/>
                    <a:pt x="3088" y="2080"/>
                  </a:cubicBezTo>
                  <a:cubicBezTo>
                    <a:pt x="2868" y="2080"/>
                    <a:pt x="2710" y="1922"/>
                    <a:pt x="2710" y="1702"/>
                  </a:cubicBezTo>
                  <a:cubicBezTo>
                    <a:pt x="2710" y="1513"/>
                    <a:pt x="2868" y="1355"/>
                    <a:pt x="3088" y="1355"/>
                  </a:cubicBezTo>
                  <a:close/>
                  <a:moveTo>
                    <a:pt x="9925" y="1387"/>
                  </a:moveTo>
                  <a:cubicBezTo>
                    <a:pt x="10366" y="1387"/>
                    <a:pt x="10366" y="2080"/>
                    <a:pt x="9925" y="2080"/>
                  </a:cubicBezTo>
                  <a:lnTo>
                    <a:pt x="5829" y="2080"/>
                  </a:lnTo>
                  <a:cubicBezTo>
                    <a:pt x="5388" y="2080"/>
                    <a:pt x="5357" y="1387"/>
                    <a:pt x="5829" y="1387"/>
                  </a:cubicBezTo>
                  <a:close/>
                  <a:moveTo>
                    <a:pt x="1041" y="1"/>
                  </a:moveTo>
                  <a:cubicBezTo>
                    <a:pt x="473" y="1"/>
                    <a:pt x="1" y="473"/>
                    <a:pt x="1" y="1040"/>
                  </a:cubicBezTo>
                  <a:lnTo>
                    <a:pt x="1" y="2741"/>
                  </a:lnTo>
                  <a:lnTo>
                    <a:pt x="11689" y="2741"/>
                  </a:lnTo>
                  <a:lnTo>
                    <a:pt x="11689" y="1040"/>
                  </a:lnTo>
                  <a:cubicBezTo>
                    <a:pt x="11658" y="505"/>
                    <a:pt x="11248" y="1"/>
                    <a:pt x="1065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34"/>
            <p:cNvSpPr/>
            <p:nvPr/>
          </p:nvSpPr>
          <p:spPr>
            <a:xfrm>
              <a:off x="-3030525" y="4059000"/>
              <a:ext cx="292225" cy="171725"/>
            </a:xfrm>
            <a:custGeom>
              <a:avLst/>
              <a:gdLst/>
              <a:ahLst/>
              <a:cxnLst/>
              <a:rect l="l" t="t" r="r" b="b"/>
              <a:pathLst>
                <a:path w="11689" h="6869" extrusionOk="0">
                  <a:moveTo>
                    <a:pt x="3773" y="1366"/>
                  </a:moveTo>
                  <a:cubicBezTo>
                    <a:pt x="4065" y="1366"/>
                    <a:pt x="4260" y="1775"/>
                    <a:pt x="3970" y="1985"/>
                  </a:cubicBezTo>
                  <a:lnTo>
                    <a:pt x="2363" y="3088"/>
                  </a:lnTo>
                  <a:lnTo>
                    <a:pt x="3970" y="4191"/>
                  </a:lnTo>
                  <a:cubicBezTo>
                    <a:pt x="4252" y="4370"/>
                    <a:pt x="4075" y="4801"/>
                    <a:pt x="3795" y="4801"/>
                  </a:cubicBezTo>
                  <a:cubicBezTo>
                    <a:pt x="3731" y="4801"/>
                    <a:pt x="3662" y="4779"/>
                    <a:pt x="3592" y="4726"/>
                  </a:cubicBezTo>
                  <a:lnTo>
                    <a:pt x="1544" y="3372"/>
                  </a:lnTo>
                  <a:cubicBezTo>
                    <a:pt x="1324" y="3246"/>
                    <a:pt x="1324" y="2962"/>
                    <a:pt x="1544" y="2805"/>
                  </a:cubicBezTo>
                  <a:lnTo>
                    <a:pt x="3592" y="1418"/>
                  </a:lnTo>
                  <a:cubicBezTo>
                    <a:pt x="3654" y="1382"/>
                    <a:pt x="3715" y="1366"/>
                    <a:pt x="3773" y="1366"/>
                  </a:cubicBezTo>
                  <a:close/>
                  <a:moveTo>
                    <a:pt x="7912" y="1407"/>
                  </a:moveTo>
                  <a:cubicBezTo>
                    <a:pt x="7979" y="1407"/>
                    <a:pt x="8053" y="1429"/>
                    <a:pt x="8129" y="1481"/>
                  </a:cubicBezTo>
                  <a:lnTo>
                    <a:pt x="10145" y="2836"/>
                  </a:lnTo>
                  <a:cubicBezTo>
                    <a:pt x="10366" y="2962"/>
                    <a:pt x="10366" y="3277"/>
                    <a:pt x="10145" y="3403"/>
                  </a:cubicBezTo>
                  <a:lnTo>
                    <a:pt x="8129" y="4789"/>
                  </a:lnTo>
                  <a:cubicBezTo>
                    <a:pt x="8061" y="4826"/>
                    <a:pt x="7996" y="4841"/>
                    <a:pt x="7935" y="4841"/>
                  </a:cubicBezTo>
                  <a:cubicBezTo>
                    <a:pt x="7624" y="4841"/>
                    <a:pt x="7430" y="4433"/>
                    <a:pt x="7719" y="4222"/>
                  </a:cubicBezTo>
                  <a:lnTo>
                    <a:pt x="9326" y="3120"/>
                  </a:lnTo>
                  <a:lnTo>
                    <a:pt x="7719" y="2017"/>
                  </a:lnTo>
                  <a:cubicBezTo>
                    <a:pt x="7437" y="1837"/>
                    <a:pt x="7615" y="1407"/>
                    <a:pt x="7912" y="1407"/>
                  </a:cubicBezTo>
                  <a:close/>
                  <a:moveTo>
                    <a:pt x="6515" y="714"/>
                  </a:moveTo>
                  <a:cubicBezTo>
                    <a:pt x="6728" y="714"/>
                    <a:pt x="6948" y="909"/>
                    <a:pt x="6868" y="1166"/>
                  </a:cubicBezTo>
                  <a:lnTo>
                    <a:pt x="5482" y="5262"/>
                  </a:lnTo>
                  <a:cubicBezTo>
                    <a:pt x="5434" y="5420"/>
                    <a:pt x="5306" y="5489"/>
                    <a:pt x="5176" y="5489"/>
                  </a:cubicBezTo>
                  <a:cubicBezTo>
                    <a:pt x="4968" y="5489"/>
                    <a:pt x="4755" y="5313"/>
                    <a:pt x="4852" y="5041"/>
                  </a:cubicBezTo>
                  <a:lnTo>
                    <a:pt x="6207" y="946"/>
                  </a:lnTo>
                  <a:cubicBezTo>
                    <a:pt x="6265" y="782"/>
                    <a:pt x="6389" y="714"/>
                    <a:pt x="6515" y="714"/>
                  </a:cubicBezTo>
                  <a:close/>
                  <a:moveTo>
                    <a:pt x="0" y="1"/>
                  </a:moveTo>
                  <a:lnTo>
                    <a:pt x="0" y="5829"/>
                  </a:lnTo>
                  <a:lnTo>
                    <a:pt x="32" y="5829"/>
                  </a:lnTo>
                  <a:cubicBezTo>
                    <a:pt x="32" y="6396"/>
                    <a:pt x="504" y="6869"/>
                    <a:pt x="1072" y="6869"/>
                  </a:cubicBezTo>
                  <a:lnTo>
                    <a:pt x="10681" y="6869"/>
                  </a:lnTo>
                  <a:cubicBezTo>
                    <a:pt x="11216" y="6869"/>
                    <a:pt x="11689" y="6396"/>
                    <a:pt x="11689" y="5829"/>
                  </a:cubicBezTo>
                  <a:lnTo>
                    <a:pt x="1168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2" name="Google Shape;512;p34"/>
          <p:cNvGrpSpPr/>
          <p:nvPr/>
        </p:nvGrpSpPr>
        <p:grpSpPr>
          <a:xfrm>
            <a:off x="5392359" y="1381110"/>
            <a:ext cx="284775" cy="284751"/>
            <a:chOff x="-4478975" y="3251700"/>
            <a:chExt cx="293825" cy="293800"/>
          </a:xfrm>
        </p:grpSpPr>
        <p:sp>
          <p:nvSpPr>
            <p:cNvPr id="513" name="Google Shape;513;p34"/>
            <p:cNvSpPr/>
            <p:nvPr/>
          </p:nvSpPr>
          <p:spPr>
            <a:xfrm>
              <a:off x="-4375000" y="3365100"/>
              <a:ext cx="85075" cy="110900"/>
            </a:xfrm>
            <a:custGeom>
              <a:avLst/>
              <a:gdLst/>
              <a:ahLst/>
              <a:cxnLst/>
              <a:rect l="l" t="t" r="r" b="b"/>
              <a:pathLst>
                <a:path w="3403" h="4436" extrusionOk="0">
                  <a:moveTo>
                    <a:pt x="662" y="1"/>
                  </a:moveTo>
                  <a:cubicBezTo>
                    <a:pt x="221" y="316"/>
                    <a:pt x="0" y="820"/>
                    <a:pt x="0" y="1387"/>
                  </a:cubicBezTo>
                  <a:cubicBezTo>
                    <a:pt x="0" y="2080"/>
                    <a:pt x="473" y="2773"/>
                    <a:pt x="1135" y="2994"/>
                  </a:cubicBezTo>
                  <a:cubicBezTo>
                    <a:pt x="1261" y="3025"/>
                    <a:pt x="1355" y="3183"/>
                    <a:pt x="1355" y="3309"/>
                  </a:cubicBezTo>
                  <a:lnTo>
                    <a:pt x="1355" y="4412"/>
                  </a:lnTo>
                  <a:cubicBezTo>
                    <a:pt x="1576" y="4427"/>
                    <a:pt x="1647" y="4435"/>
                    <a:pt x="1714" y="4435"/>
                  </a:cubicBezTo>
                  <a:cubicBezTo>
                    <a:pt x="1780" y="4435"/>
                    <a:pt x="1843" y="4427"/>
                    <a:pt x="2048" y="4412"/>
                  </a:cubicBezTo>
                  <a:lnTo>
                    <a:pt x="2048" y="3309"/>
                  </a:lnTo>
                  <a:cubicBezTo>
                    <a:pt x="2048" y="3151"/>
                    <a:pt x="2111" y="3025"/>
                    <a:pt x="2269" y="2994"/>
                  </a:cubicBezTo>
                  <a:cubicBezTo>
                    <a:pt x="2962" y="2710"/>
                    <a:pt x="3403" y="2080"/>
                    <a:pt x="3403" y="1387"/>
                  </a:cubicBezTo>
                  <a:cubicBezTo>
                    <a:pt x="3403" y="820"/>
                    <a:pt x="3119" y="316"/>
                    <a:pt x="2741" y="1"/>
                  </a:cubicBezTo>
                  <a:lnTo>
                    <a:pt x="2741" y="1387"/>
                  </a:lnTo>
                  <a:cubicBezTo>
                    <a:pt x="2741" y="1576"/>
                    <a:pt x="2584" y="1734"/>
                    <a:pt x="2395" y="1734"/>
                  </a:cubicBezTo>
                  <a:lnTo>
                    <a:pt x="1009" y="1734"/>
                  </a:lnTo>
                  <a:cubicBezTo>
                    <a:pt x="820" y="1734"/>
                    <a:pt x="662" y="1576"/>
                    <a:pt x="662" y="1387"/>
                  </a:cubicBezTo>
                  <a:lnTo>
                    <a:pt x="66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4"/>
            <p:cNvSpPr/>
            <p:nvPr/>
          </p:nvSpPr>
          <p:spPr>
            <a:xfrm>
              <a:off x="-4408875" y="3321800"/>
              <a:ext cx="154400" cy="148875"/>
            </a:xfrm>
            <a:custGeom>
              <a:avLst/>
              <a:gdLst/>
              <a:ahLst/>
              <a:cxnLst/>
              <a:rect l="l" t="t" r="r" b="b"/>
              <a:pathLst>
                <a:path w="6176" h="5955" extrusionOk="0">
                  <a:moveTo>
                    <a:pt x="3057" y="0"/>
                  </a:moveTo>
                  <a:cubicBezTo>
                    <a:pt x="1387" y="0"/>
                    <a:pt x="1" y="1386"/>
                    <a:pt x="1" y="3088"/>
                  </a:cubicBezTo>
                  <a:cubicBezTo>
                    <a:pt x="1" y="4411"/>
                    <a:pt x="851" y="5545"/>
                    <a:pt x="2049" y="5954"/>
                  </a:cubicBezTo>
                  <a:lnTo>
                    <a:pt x="2049" y="5230"/>
                  </a:lnTo>
                  <a:cubicBezTo>
                    <a:pt x="1229" y="4852"/>
                    <a:pt x="662" y="4001"/>
                    <a:pt x="662" y="3088"/>
                  </a:cubicBezTo>
                  <a:cubicBezTo>
                    <a:pt x="662" y="2048"/>
                    <a:pt x="1292" y="1134"/>
                    <a:pt x="2269" y="819"/>
                  </a:cubicBezTo>
                  <a:cubicBezTo>
                    <a:pt x="2307" y="810"/>
                    <a:pt x="2344" y="805"/>
                    <a:pt x="2380" y="805"/>
                  </a:cubicBezTo>
                  <a:cubicBezTo>
                    <a:pt x="2583" y="805"/>
                    <a:pt x="2742" y="947"/>
                    <a:pt x="2742" y="1134"/>
                  </a:cubicBezTo>
                  <a:lnTo>
                    <a:pt x="2742" y="2710"/>
                  </a:lnTo>
                  <a:lnTo>
                    <a:pt x="3435" y="2710"/>
                  </a:lnTo>
                  <a:lnTo>
                    <a:pt x="3435" y="1134"/>
                  </a:lnTo>
                  <a:cubicBezTo>
                    <a:pt x="3435" y="947"/>
                    <a:pt x="3594" y="805"/>
                    <a:pt x="3796" y="805"/>
                  </a:cubicBezTo>
                  <a:cubicBezTo>
                    <a:pt x="3832" y="805"/>
                    <a:pt x="3869" y="810"/>
                    <a:pt x="3907" y="819"/>
                  </a:cubicBezTo>
                  <a:cubicBezTo>
                    <a:pt x="4852" y="1197"/>
                    <a:pt x="5514" y="2079"/>
                    <a:pt x="5514" y="3088"/>
                  </a:cubicBezTo>
                  <a:cubicBezTo>
                    <a:pt x="5514" y="4001"/>
                    <a:pt x="4947" y="4852"/>
                    <a:pt x="4128" y="5230"/>
                  </a:cubicBezTo>
                  <a:lnTo>
                    <a:pt x="4128" y="5954"/>
                  </a:lnTo>
                  <a:cubicBezTo>
                    <a:pt x="5325" y="5513"/>
                    <a:pt x="6176" y="4411"/>
                    <a:pt x="6176" y="3088"/>
                  </a:cubicBezTo>
                  <a:cubicBezTo>
                    <a:pt x="6144" y="1386"/>
                    <a:pt x="4758" y="0"/>
                    <a:pt x="305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4"/>
            <p:cNvSpPr/>
            <p:nvPr/>
          </p:nvSpPr>
          <p:spPr>
            <a:xfrm>
              <a:off x="-4478975" y="3251700"/>
              <a:ext cx="293825" cy="293800"/>
            </a:xfrm>
            <a:custGeom>
              <a:avLst/>
              <a:gdLst/>
              <a:ahLst/>
              <a:cxnLst/>
              <a:rect l="l" t="t" r="r" b="b"/>
              <a:pathLst>
                <a:path w="11753" h="11752" extrusionOk="0">
                  <a:moveTo>
                    <a:pt x="5861" y="2111"/>
                  </a:moveTo>
                  <a:cubicBezTo>
                    <a:pt x="7972" y="2111"/>
                    <a:pt x="9641" y="3781"/>
                    <a:pt x="9641" y="5892"/>
                  </a:cubicBezTo>
                  <a:cubicBezTo>
                    <a:pt x="9610" y="7971"/>
                    <a:pt x="7909" y="9672"/>
                    <a:pt x="5861" y="9672"/>
                  </a:cubicBezTo>
                  <a:cubicBezTo>
                    <a:pt x="3781" y="9672"/>
                    <a:pt x="2080" y="7971"/>
                    <a:pt x="2080" y="5892"/>
                  </a:cubicBezTo>
                  <a:cubicBezTo>
                    <a:pt x="2080" y="3781"/>
                    <a:pt x="3781" y="2111"/>
                    <a:pt x="5861" y="2111"/>
                  </a:cubicBezTo>
                  <a:close/>
                  <a:moveTo>
                    <a:pt x="5168" y="0"/>
                  </a:moveTo>
                  <a:cubicBezTo>
                    <a:pt x="5010" y="0"/>
                    <a:pt x="4884" y="126"/>
                    <a:pt x="4853" y="284"/>
                  </a:cubicBezTo>
                  <a:lnTo>
                    <a:pt x="4695" y="882"/>
                  </a:lnTo>
                  <a:cubicBezTo>
                    <a:pt x="4128" y="1008"/>
                    <a:pt x="3624" y="1229"/>
                    <a:pt x="3120" y="1512"/>
                  </a:cubicBezTo>
                  <a:lnTo>
                    <a:pt x="2616" y="1197"/>
                  </a:lnTo>
                  <a:cubicBezTo>
                    <a:pt x="2557" y="1153"/>
                    <a:pt x="2485" y="1130"/>
                    <a:pt x="2412" y="1130"/>
                  </a:cubicBezTo>
                  <a:cubicBezTo>
                    <a:pt x="2328" y="1130"/>
                    <a:pt x="2242" y="1161"/>
                    <a:pt x="2175" y="1229"/>
                  </a:cubicBezTo>
                  <a:lnTo>
                    <a:pt x="1198" y="2205"/>
                  </a:lnTo>
                  <a:cubicBezTo>
                    <a:pt x="1072" y="2332"/>
                    <a:pt x="1072" y="2489"/>
                    <a:pt x="1135" y="2647"/>
                  </a:cubicBezTo>
                  <a:lnTo>
                    <a:pt x="1450" y="3151"/>
                  </a:lnTo>
                  <a:cubicBezTo>
                    <a:pt x="1135" y="3623"/>
                    <a:pt x="946" y="4190"/>
                    <a:pt x="820" y="4726"/>
                  </a:cubicBezTo>
                  <a:lnTo>
                    <a:pt x="284" y="4883"/>
                  </a:lnTo>
                  <a:cubicBezTo>
                    <a:pt x="127" y="4946"/>
                    <a:pt x="1" y="5041"/>
                    <a:pt x="1" y="5198"/>
                  </a:cubicBezTo>
                  <a:lnTo>
                    <a:pt x="1" y="6585"/>
                  </a:lnTo>
                  <a:cubicBezTo>
                    <a:pt x="1" y="6742"/>
                    <a:pt x="127" y="6868"/>
                    <a:pt x="284" y="6900"/>
                  </a:cubicBezTo>
                  <a:lnTo>
                    <a:pt x="820" y="7057"/>
                  </a:lnTo>
                  <a:cubicBezTo>
                    <a:pt x="946" y="7593"/>
                    <a:pt x="1198" y="8128"/>
                    <a:pt x="1450" y="8632"/>
                  </a:cubicBezTo>
                  <a:lnTo>
                    <a:pt x="1135" y="9137"/>
                  </a:lnTo>
                  <a:cubicBezTo>
                    <a:pt x="1072" y="9263"/>
                    <a:pt x="1072" y="9452"/>
                    <a:pt x="1198" y="9578"/>
                  </a:cubicBezTo>
                  <a:lnTo>
                    <a:pt x="2175" y="10554"/>
                  </a:lnTo>
                  <a:cubicBezTo>
                    <a:pt x="2248" y="10628"/>
                    <a:pt x="2333" y="10659"/>
                    <a:pt x="2422" y="10659"/>
                  </a:cubicBezTo>
                  <a:cubicBezTo>
                    <a:pt x="2485" y="10659"/>
                    <a:pt x="2550" y="10643"/>
                    <a:pt x="2616" y="10617"/>
                  </a:cubicBezTo>
                  <a:lnTo>
                    <a:pt x="3120" y="10302"/>
                  </a:lnTo>
                  <a:cubicBezTo>
                    <a:pt x="3592" y="10617"/>
                    <a:pt x="4128" y="10806"/>
                    <a:pt x="4695" y="10932"/>
                  </a:cubicBezTo>
                  <a:lnTo>
                    <a:pt x="4853" y="11468"/>
                  </a:lnTo>
                  <a:cubicBezTo>
                    <a:pt x="4884" y="11625"/>
                    <a:pt x="5010" y="11751"/>
                    <a:pt x="5168" y="11751"/>
                  </a:cubicBezTo>
                  <a:lnTo>
                    <a:pt x="6554" y="11751"/>
                  </a:lnTo>
                  <a:cubicBezTo>
                    <a:pt x="6711" y="11751"/>
                    <a:pt x="6806" y="11625"/>
                    <a:pt x="6869" y="11468"/>
                  </a:cubicBezTo>
                  <a:lnTo>
                    <a:pt x="7026" y="10932"/>
                  </a:lnTo>
                  <a:cubicBezTo>
                    <a:pt x="7562" y="10806"/>
                    <a:pt x="8066" y="10554"/>
                    <a:pt x="8602" y="10302"/>
                  </a:cubicBezTo>
                  <a:lnTo>
                    <a:pt x="9106" y="10617"/>
                  </a:lnTo>
                  <a:cubicBezTo>
                    <a:pt x="9158" y="10643"/>
                    <a:pt x="9221" y="10659"/>
                    <a:pt x="9286" y="10659"/>
                  </a:cubicBezTo>
                  <a:cubicBezTo>
                    <a:pt x="9378" y="10659"/>
                    <a:pt x="9473" y="10628"/>
                    <a:pt x="9547" y="10554"/>
                  </a:cubicBezTo>
                  <a:lnTo>
                    <a:pt x="10523" y="9578"/>
                  </a:lnTo>
                  <a:cubicBezTo>
                    <a:pt x="10649" y="9452"/>
                    <a:pt x="10649" y="9294"/>
                    <a:pt x="10555" y="9137"/>
                  </a:cubicBezTo>
                  <a:lnTo>
                    <a:pt x="10240" y="8632"/>
                  </a:lnTo>
                  <a:cubicBezTo>
                    <a:pt x="10555" y="8160"/>
                    <a:pt x="10744" y="7593"/>
                    <a:pt x="10870" y="7057"/>
                  </a:cubicBezTo>
                  <a:lnTo>
                    <a:pt x="11469" y="6900"/>
                  </a:lnTo>
                  <a:cubicBezTo>
                    <a:pt x="11626" y="6868"/>
                    <a:pt x="11752" y="6742"/>
                    <a:pt x="11752" y="6585"/>
                  </a:cubicBezTo>
                  <a:lnTo>
                    <a:pt x="11752" y="5198"/>
                  </a:lnTo>
                  <a:cubicBezTo>
                    <a:pt x="11752" y="5041"/>
                    <a:pt x="11626" y="4946"/>
                    <a:pt x="11469" y="4883"/>
                  </a:cubicBezTo>
                  <a:lnTo>
                    <a:pt x="10870" y="4726"/>
                  </a:lnTo>
                  <a:cubicBezTo>
                    <a:pt x="10744" y="4190"/>
                    <a:pt x="10523" y="3686"/>
                    <a:pt x="10240" y="3151"/>
                  </a:cubicBezTo>
                  <a:lnTo>
                    <a:pt x="10555" y="2647"/>
                  </a:lnTo>
                  <a:cubicBezTo>
                    <a:pt x="10649" y="2521"/>
                    <a:pt x="10649" y="2332"/>
                    <a:pt x="10523" y="2205"/>
                  </a:cubicBezTo>
                  <a:lnTo>
                    <a:pt x="9547" y="1229"/>
                  </a:lnTo>
                  <a:cubicBezTo>
                    <a:pt x="9479" y="1161"/>
                    <a:pt x="9403" y="1130"/>
                    <a:pt x="9322" y="1130"/>
                  </a:cubicBezTo>
                  <a:cubicBezTo>
                    <a:pt x="9252" y="1130"/>
                    <a:pt x="9179" y="1153"/>
                    <a:pt x="9106" y="1197"/>
                  </a:cubicBezTo>
                  <a:lnTo>
                    <a:pt x="8602" y="1512"/>
                  </a:lnTo>
                  <a:cubicBezTo>
                    <a:pt x="8129" y="1197"/>
                    <a:pt x="7562" y="1008"/>
                    <a:pt x="7026" y="882"/>
                  </a:cubicBezTo>
                  <a:lnTo>
                    <a:pt x="6869" y="284"/>
                  </a:lnTo>
                  <a:cubicBezTo>
                    <a:pt x="6806" y="126"/>
                    <a:pt x="6711" y="0"/>
                    <a:pt x="655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35"/>
          <p:cNvSpPr txBox="1">
            <a:spLocks noGrp="1"/>
          </p:cNvSpPr>
          <p:nvPr>
            <p:ph type="title"/>
          </p:nvPr>
        </p:nvSpPr>
        <p:spPr>
          <a:xfrm>
            <a:off x="1008450" y="1918650"/>
            <a:ext cx="4800300" cy="15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/Implementare si tehnic</a:t>
            </a:r>
            <a:endParaRPr/>
          </a:p>
        </p:txBody>
      </p:sp>
      <p:sp>
        <p:nvSpPr>
          <p:cNvPr id="521" name="Google Shape;521;p35"/>
          <p:cNvSpPr txBox="1">
            <a:spLocks noGrp="1"/>
          </p:cNvSpPr>
          <p:nvPr>
            <p:ph type="title" idx="2"/>
          </p:nvPr>
        </p:nvSpPr>
        <p:spPr>
          <a:xfrm>
            <a:off x="1008450" y="1076853"/>
            <a:ext cx="17025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/03</a:t>
            </a:r>
            <a:endParaRPr/>
          </a:p>
        </p:txBody>
      </p:sp>
      <p:pic>
        <p:nvPicPr>
          <p:cNvPr id="522" name="Google Shape;52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4500" y="1321299"/>
            <a:ext cx="2730400" cy="273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38"/>
          <p:cNvSpPr txBox="1">
            <a:spLocks noGrp="1"/>
          </p:cNvSpPr>
          <p:nvPr>
            <p:ph type="title"/>
          </p:nvPr>
        </p:nvSpPr>
        <p:spPr>
          <a:xfrm>
            <a:off x="1008450" y="1918650"/>
            <a:ext cx="4800300" cy="15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/Demo live</a:t>
            </a:r>
            <a:endParaRPr/>
          </a:p>
        </p:txBody>
      </p:sp>
      <p:sp>
        <p:nvSpPr>
          <p:cNvPr id="550" name="Google Shape;550;p38"/>
          <p:cNvSpPr txBox="1">
            <a:spLocks noGrp="1"/>
          </p:cNvSpPr>
          <p:nvPr>
            <p:ph type="title" idx="2"/>
          </p:nvPr>
        </p:nvSpPr>
        <p:spPr>
          <a:xfrm>
            <a:off x="1008450" y="1076853"/>
            <a:ext cx="17025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/04</a:t>
            </a:r>
            <a:endParaRPr/>
          </a:p>
        </p:txBody>
      </p:sp>
      <p:grpSp>
        <p:nvGrpSpPr>
          <p:cNvPr id="551" name="Google Shape;551;p38"/>
          <p:cNvGrpSpPr/>
          <p:nvPr/>
        </p:nvGrpSpPr>
        <p:grpSpPr>
          <a:xfrm>
            <a:off x="4971937" y="1521515"/>
            <a:ext cx="3143611" cy="2322571"/>
            <a:chOff x="1173043" y="1425003"/>
            <a:chExt cx="3431889" cy="2535558"/>
          </a:xfrm>
        </p:grpSpPr>
        <p:grpSp>
          <p:nvGrpSpPr>
            <p:cNvPr id="552" name="Google Shape;552;p38"/>
            <p:cNvGrpSpPr/>
            <p:nvPr/>
          </p:nvGrpSpPr>
          <p:grpSpPr>
            <a:xfrm>
              <a:off x="2072464" y="1425003"/>
              <a:ext cx="331634" cy="331623"/>
              <a:chOff x="5116652" y="989153"/>
              <a:chExt cx="331634" cy="331623"/>
            </a:xfrm>
          </p:grpSpPr>
          <p:sp>
            <p:nvSpPr>
              <p:cNvPr id="553" name="Google Shape;553;p38"/>
              <p:cNvSpPr/>
              <p:nvPr/>
            </p:nvSpPr>
            <p:spPr>
              <a:xfrm>
                <a:off x="5116652" y="989153"/>
                <a:ext cx="331634" cy="331623"/>
              </a:xfrm>
              <a:custGeom>
                <a:avLst/>
                <a:gdLst/>
                <a:ahLst/>
                <a:cxnLst/>
                <a:rect l="l" t="t" r="r" b="b"/>
                <a:pathLst>
                  <a:path w="331634" h="331623" extrusionOk="0">
                    <a:moveTo>
                      <a:pt x="331634" y="165812"/>
                    </a:moveTo>
                    <a:cubicBezTo>
                      <a:pt x="331634" y="257387"/>
                      <a:pt x="257395" y="331623"/>
                      <a:pt x="165817" y="331623"/>
                    </a:cubicBezTo>
                    <a:cubicBezTo>
                      <a:pt x="74239" y="331623"/>
                      <a:pt x="0" y="257387"/>
                      <a:pt x="0" y="165812"/>
                    </a:cubicBezTo>
                    <a:cubicBezTo>
                      <a:pt x="0" y="74236"/>
                      <a:pt x="74239" y="0"/>
                      <a:pt x="165817" y="0"/>
                    </a:cubicBezTo>
                    <a:cubicBezTo>
                      <a:pt x="257395" y="0"/>
                      <a:pt x="331634" y="74236"/>
                      <a:pt x="331634" y="165812"/>
                    </a:cubicBezTo>
                    <a:close/>
                  </a:path>
                </a:pathLst>
              </a:custGeom>
              <a:solidFill>
                <a:srgbClr val="4F565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54" name="Google Shape;554;p38"/>
              <p:cNvGrpSpPr/>
              <p:nvPr/>
            </p:nvGrpSpPr>
            <p:grpSpPr>
              <a:xfrm>
                <a:off x="5149958" y="1099266"/>
                <a:ext cx="262837" cy="112224"/>
                <a:chOff x="5149958" y="1099266"/>
                <a:chExt cx="262837" cy="112224"/>
              </a:xfrm>
            </p:grpSpPr>
            <p:sp>
              <p:nvSpPr>
                <p:cNvPr id="555" name="Google Shape;555;p38"/>
                <p:cNvSpPr/>
                <p:nvPr/>
              </p:nvSpPr>
              <p:spPr>
                <a:xfrm>
                  <a:off x="5149958" y="1099289"/>
                  <a:ext cx="86740" cy="1122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740" h="112201" extrusionOk="0">
                      <a:moveTo>
                        <a:pt x="52621" y="24181"/>
                      </a:moveTo>
                      <a:cubicBezTo>
                        <a:pt x="45606" y="24181"/>
                        <a:pt x="40127" y="27059"/>
                        <a:pt x="36199" y="32806"/>
                      </a:cubicBezTo>
                      <a:cubicBezTo>
                        <a:pt x="32270" y="38553"/>
                        <a:pt x="30302" y="46477"/>
                        <a:pt x="30302" y="56585"/>
                      </a:cubicBezTo>
                      <a:cubicBezTo>
                        <a:pt x="30302" y="77584"/>
                        <a:pt x="38293" y="88087"/>
                        <a:pt x="54268" y="88087"/>
                      </a:cubicBezTo>
                      <a:cubicBezTo>
                        <a:pt x="59099" y="88087"/>
                        <a:pt x="63773" y="87416"/>
                        <a:pt x="68305" y="86074"/>
                      </a:cubicBezTo>
                      <a:cubicBezTo>
                        <a:pt x="72838" y="84732"/>
                        <a:pt x="77384" y="83115"/>
                        <a:pt x="81969" y="81221"/>
                      </a:cubicBezTo>
                      <a:lnTo>
                        <a:pt x="81969" y="106156"/>
                      </a:lnTo>
                      <a:cubicBezTo>
                        <a:pt x="72860" y="110188"/>
                        <a:pt x="62558" y="112201"/>
                        <a:pt x="51063" y="112201"/>
                      </a:cubicBezTo>
                      <a:cubicBezTo>
                        <a:pt x="34589" y="112201"/>
                        <a:pt x="21961" y="107423"/>
                        <a:pt x="13179" y="97867"/>
                      </a:cubicBezTo>
                      <a:cubicBezTo>
                        <a:pt x="4398" y="88310"/>
                        <a:pt x="0" y="74505"/>
                        <a:pt x="0" y="56436"/>
                      </a:cubicBezTo>
                      <a:cubicBezTo>
                        <a:pt x="0" y="45143"/>
                        <a:pt x="2124" y="35214"/>
                        <a:pt x="6381" y="26649"/>
                      </a:cubicBezTo>
                      <a:cubicBezTo>
                        <a:pt x="10638" y="18091"/>
                        <a:pt x="16758" y="11509"/>
                        <a:pt x="24749" y="6903"/>
                      </a:cubicBezTo>
                      <a:cubicBezTo>
                        <a:pt x="32732" y="2296"/>
                        <a:pt x="42133" y="0"/>
                        <a:pt x="52927" y="0"/>
                      </a:cubicBezTo>
                      <a:cubicBezTo>
                        <a:pt x="64720" y="0"/>
                        <a:pt x="75991" y="2564"/>
                        <a:pt x="86740" y="7685"/>
                      </a:cubicBezTo>
                      <a:lnTo>
                        <a:pt x="77705" y="30898"/>
                      </a:lnTo>
                      <a:cubicBezTo>
                        <a:pt x="73672" y="29004"/>
                        <a:pt x="69640" y="27417"/>
                        <a:pt x="65614" y="26120"/>
                      </a:cubicBezTo>
                      <a:cubicBezTo>
                        <a:pt x="61581" y="24823"/>
                        <a:pt x="57250" y="24181"/>
                        <a:pt x="52621" y="2418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6" name="Google Shape;556;p38"/>
                <p:cNvSpPr/>
                <p:nvPr/>
              </p:nvSpPr>
              <p:spPr>
                <a:xfrm>
                  <a:off x="5248126" y="1099266"/>
                  <a:ext cx="76438" cy="1122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438" h="112208" extrusionOk="0">
                      <a:moveTo>
                        <a:pt x="76438" y="77576"/>
                      </a:moveTo>
                      <a:cubicBezTo>
                        <a:pt x="76438" y="84345"/>
                        <a:pt x="74723" y="90353"/>
                        <a:pt x="71287" y="95600"/>
                      </a:cubicBezTo>
                      <a:cubicBezTo>
                        <a:pt x="67851" y="100848"/>
                        <a:pt x="62901" y="104933"/>
                        <a:pt x="56430" y="107840"/>
                      </a:cubicBezTo>
                      <a:cubicBezTo>
                        <a:pt x="49960" y="110755"/>
                        <a:pt x="42371" y="112208"/>
                        <a:pt x="33664" y="112208"/>
                      </a:cubicBezTo>
                      <a:cubicBezTo>
                        <a:pt x="26396" y="112208"/>
                        <a:pt x="20298" y="111702"/>
                        <a:pt x="15378" y="110680"/>
                      </a:cubicBezTo>
                      <a:cubicBezTo>
                        <a:pt x="10451" y="109659"/>
                        <a:pt x="5322" y="107878"/>
                        <a:pt x="0" y="105343"/>
                      </a:cubicBezTo>
                      <a:lnTo>
                        <a:pt x="0" y="79067"/>
                      </a:lnTo>
                      <a:cubicBezTo>
                        <a:pt x="5621" y="81952"/>
                        <a:pt x="11472" y="84203"/>
                        <a:pt x="17540" y="85820"/>
                      </a:cubicBezTo>
                      <a:cubicBezTo>
                        <a:pt x="23616" y="87438"/>
                        <a:pt x="29184" y="88243"/>
                        <a:pt x="34261" y="88243"/>
                      </a:cubicBezTo>
                      <a:cubicBezTo>
                        <a:pt x="38637" y="88243"/>
                        <a:pt x="41849" y="87483"/>
                        <a:pt x="43892" y="85970"/>
                      </a:cubicBezTo>
                      <a:cubicBezTo>
                        <a:pt x="45934" y="84449"/>
                        <a:pt x="46955" y="82496"/>
                        <a:pt x="46955" y="80111"/>
                      </a:cubicBezTo>
                      <a:cubicBezTo>
                        <a:pt x="46955" y="78620"/>
                        <a:pt x="46546" y="77308"/>
                        <a:pt x="45726" y="76190"/>
                      </a:cubicBezTo>
                      <a:cubicBezTo>
                        <a:pt x="44906" y="75071"/>
                        <a:pt x="43586" y="73939"/>
                        <a:pt x="41767" y="72791"/>
                      </a:cubicBezTo>
                      <a:cubicBezTo>
                        <a:pt x="39948" y="71643"/>
                        <a:pt x="35111" y="69309"/>
                        <a:pt x="27246" y="65776"/>
                      </a:cubicBezTo>
                      <a:cubicBezTo>
                        <a:pt x="20127" y="62541"/>
                        <a:pt x="14790" y="59403"/>
                        <a:pt x="11234" y="56369"/>
                      </a:cubicBezTo>
                      <a:cubicBezTo>
                        <a:pt x="7678" y="53335"/>
                        <a:pt x="5039" y="49846"/>
                        <a:pt x="3317" y="45918"/>
                      </a:cubicBezTo>
                      <a:cubicBezTo>
                        <a:pt x="1603" y="41990"/>
                        <a:pt x="738" y="37331"/>
                        <a:pt x="738" y="31956"/>
                      </a:cubicBezTo>
                      <a:cubicBezTo>
                        <a:pt x="738" y="21901"/>
                        <a:pt x="4398" y="14066"/>
                        <a:pt x="11711" y="8438"/>
                      </a:cubicBezTo>
                      <a:cubicBezTo>
                        <a:pt x="19024" y="2818"/>
                        <a:pt x="29080" y="0"/>
                        <a:pt x="41872" y="0"/>
                      </a:cubicBezTo>
                      <a:cubicBezTo>
                        <a:pt x="53165" y="0"/>
                        <a:pt x="64690" y="2609"/>
                        <a:pt x="76438" y="7834"/>
                      </a:cubicBezTo>
                      <a:lnTo>
                        <a:pt x="67403" y="30600"/>
                      </a:lnTo>
                      <a:cubicBezTo>
                        <a:pt x="57198" y="25918"/>
                        <a:pt x="48394" y="23585"/>
                        <a:pt x="40977" y="23585"/>
                      </a:cubicBezTo>
                      <a:cubicBezTo>
                        <a:pt x="37146" y="23585"/>
                        <a:pt x="34358" y="24256"/>
                        <a:pt x="32613" y="25598"/>
                      </a:cubicBezTo>
                      <a:cubicBezTo>
                        <a:pt x="30869" y="26940"/>
                        <a:pt x="30004" y="28609"/>
                        <a:pt x="30004" y="30600"/>
                      </a:cubicBezTo>
                      <a:cubicBezTo>
                        <a:pt x="30004" y="32739"/>
                        <a:pt x="31115" y="34655"/>
                        <a:pt x="33329" y="36347"/>
                      </a:cubicBezTo>
                      <a:cubicBezTo>
                        <a:pt x="35543" y="38039"/>
                        <a:pt x="41551" y="41125"/>
                        <a:pt x="51361" y="45605"/>
                      </a:cubicBezTo>
                      <a:cubicBezTo>
                        <a:pt x="60769" y="49831"/>
                        <a:pt x="67299" y="54379"/>
                        <a:pt x="70959" y="59231"/>
                      </a:cubicBezTo>
                      <a:cubicBezTo>
                        <a:pt x="74604" y="64099"/>
                        <a:pt x="76438" y="70211"/>
                        <a:pt x="76438" y="7757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7" name="Google Shape;557;p38"/>
                <p:cNvSpPr/>
                <p:nvPr/>
              </p:nvSpPr>
              <p:spPr>
                <a:xfrm>
                  <a:off x="5336350" y="1099266"/>
                  <a:ext cx="76445" cy="1122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445" h="112208" extrusionOk="0">
                      <a:moveTo>
                        <a:pt x="76445" y="77576"/>
                      </a:moveTo>
                      <a:cubicBezTo>
                        <a:pt x="76445" y="84345"/>
                        <a:pt x="74731" y="90353"/>
                        <a:pt x="71294" y="95600"/>
                      </a:cubicBezTo>
                      <a:cubicBezTo>
                        <a:pt x="67858" y="100848"/>
                        <a:pt x="62908" y="104933"/>
                        <a:pt x="56438" y="107840"/>
                      </a:cubicBezTo>
                      <a:cubicBezTo>
                        <a:pt x="49967" y="110755"/>
                        <a:pt x="42378" y="112208"/>
                        <a:pt x="33672" y="112208"/>
                      </a:cubicBezTo>
                      <a:cubicBezTo>
                        <a:pt x="26404" y="112208"/>
                        <a:pt x="20306" y="111702"/>
                        <a:pt x="15378" y="110680"/>
                      </a:cubicBezTo>
                      <a:cubicBezTo>
                        <a:pt x="10451" y="109659"/>
                        <a:pt x="5322" y="107878"/>
                        <a:pt x="0" y="105343"/>
                      </a:cubicBezTo>
                      <a:lnTo>
                        <a:pt x="0" y="79067"/>
                      </a:lnTo>
                      <a:cubicBezTo>
                        <a:pt x="5620" y="81952"/>
                        <a:pt x="11472" y="84203"/>
                        <a:pt x="17540" y="85820"/>
                      </a:cubicBezTo>
                      <a:cubicBezTo>
                        <a:pt x="23608" y="87438"/>
                        <a:pt x="29184" y="88243"/>
                        <a:pt x="34261" y="88243"/>
                      </a:cubicBezTo>
                      <a:cubicBezTo>
                        <a:pt x="38644" y="88243"/>
                        <a:pt x="41849" y="87483"/>
                        <a:pt x="43892" y="85970"/>
                      </a:cubicBezTo>
                      <a:cubicBezTo>
                        <a:pt x="45934" y="84449"/>
                        <a:pt x="46955" y="82496"/>
                        <a:pt x="46955" y="80111"/>
                      </a:cubicBezTo>
                      <a:cubicBezTo>
                        <a:pt x="46955" y="78620"/>
                        <a:pt x="46546" y="77308"/>
                        <a:pt x="45726" y="76190"/>
                      </a:cubicBezTo>
                      <a:cubicBezTo>
                        <a:pt x="44906" y="75071"/>
                        <a:pt x="43586" y="73939"/>
                        <a:pt x="41767" y="72791"/>
                      </a:cubicBezTo>
                      <a:cubicBezTo>
                        <a:pt x="39948" y="71643"/>
                        <a:pt x="35110" y="69309"/>
                        <a:pt x="27246" y="65776"/>
                      </a:cubicBezTo>
                      <a:cubicBezTo>
                        <a:pt x="20127" y="62541"/>
                        <a:pt x="14790" y="59403"/>
                        <a:pt x="11234" y="56369"/>
                      </a:cubicBezTo>
                      <a:cubicBezTo>
                        <a:pt x="7678" y="53335"/>
                        <a:pt x="5039" y="49846"/>
                        <a:pt x="3317" y="45918"/>
                      </a:cubicBezTo>
                      <a:cubicBezTo>
                        <a:pt x="1603" y="41990"/>
                        <a:pt x="745" y="37331"/>
                        <a:pt x="745" y="31956"/>
                      </a:cubicBezTo>
                      <a:cubicBezTo>
                        <a:pt x="745" y="21901"/>
                        <a:pt x="4405" y="14066"/>
                        <a:pt x="11718" y="8438"/>
                      </a:cubicBezTo>
                      <a:cubicBezTo>
                        <a:pt x="19031" y="2818"/>
                        <a:pt x="29087" y="0"/>
                        <a:pt x="41879" y="0"/>
                      </a:cubicBezTo>
                      <a:cubicBezTo>
                        <a:pt x="53172" y="0"/>
                        <a:pt x="64697" y="2609"/>
                        <a:pt x="76445" y="7834"/>
                      </a:cubicBezTo>
                      <a:lnTo>
                        <a:pt x="67410" y="30600"/>
                      </a:lnTo>
                      <a:cubicBezTo>
                        <a:pt x="57205" y="25918"/>
                        <a:pt x="48402" y="23585"/>
                        <a:pt x="40985" y="23585"/>
                      </a:cubicBezTo>
                      <a:cubicBezTo>
                        <a:pt x="37153" y="23585"/>
                        <a:pt x="34365" y="24256"/>
                        <a:pt x="32621" y="25598"/>
                      </a:cubicBezTo>
                      <a:cubicBezTo>
                        <a:pt x="30876" y="26940"/>
                        <a:pt x="30004" y="28609"/>
                        <a:pt x="30004" y="30600"/>
                      </a:cubicBezTo>
                      <a:cubicBezTo>
                        <a:pt x="30004" y="32739"/>
                        <a:pt x="31115" y="34655"/>
                        <a:pt x="33329" y="36347"/>
                      </a:cubicBezTo>
                      <a:cubicBezTo>
                        <a:pt x="35543" y="38039"/>
                        <a:pt x="41551" y="41125"/>
                        <a:pt x="51354" y="45605"/>
                      </a:cubicBezTo>
                      <a:cubicBezTo>
                        <a:pt x="60761" y="49831"/>
                        <a:pt x="67291" y="54379"/>
                        <a:pt x="70951" y="59231"/>
                      </a:cubicBezTo>
                      <a:cubicBezTo>
                        <a:pt x="74619" y="64099"/>
                        <a:pt x="76445" y="70211"/>
                        <a:pt x="76445" y="7757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58" name="Google Shape;558;p38"/>
            <p:cNvGrpSpPr/>
            <p:nvPr/>
          </p:nvGrpSpPr>
          <p:grpSpPr>
            <a:xfrm>
              <a:off x="1173043" y="1556500"/>
              <a:ext cx="446731" cy="494021"/>
              <a:chOff x="3689981" y="1021687"/>
              <a:chExt cx="446731" cy="494021"/>
            </a:xfrm>
          </p:grpSpPr>
          <p:sp>
            <p:nvSpPr>
              <p:cNvPr id="559" name="Google Shape;559;p38"/>
              <p:cNvSpPr/>
              <p:nvPr/>
            </p:nvSpPr>
            <p:spPr>
              <a:xfrm>
                <a:off x="3689981" y="1021687"/>
                <a:ext cx="446731" cy="494021"/>
              </a:xfrm>
              <a:custGeom>
                <a:avLst/>
                <a:gdLst/>
                <a:ahLst/>
                <a:cxnLst/>
                <a:rect l="l" t="t" r="r" b="b"/>
                <a:pathLst>
                  <a:path w="446731" h="494021" extrusionOk="0">
                    <a:moveTo>
                      <a:pt x="446731" y="223358"/>
                    </a:moveTo>
                    <a:cubicBezTo>
                      <a:pt x="446731" y="99998"/>
                      <a:pt x="346729" y="0"/>
                      <a:pt x="223366" y="0"/>
                    </a:cubicBezTo>
                    <a:cubicBezTo>
                      <a:pt x="100009" y="0"/>
                      <a:pt x="0" y="99998"/>
                      <a:pt x="0" y="223358"/>
                    </a:cubicBezTo>
                    <a:cubicBezTo>
                      <a:pt x="0" y="346718"/>
                      <a:pt x="100002" y="446717"/>
                      <a:pt x="223366" y="446717"/>
                    </a:cubicBezTo>
                    <a:cubicBezTo>
                      <a:pt x="253661" y="446717"/>
                      <a:pt x="282524" y="440656"/>
                      <a:pt x="308869" y="429736"/>
                    </a:cubicBezTo>
                    <a:lnTo>
                      <a:pt x="373156" y="494021"/>
                    </a:lnTo>
                    <a:lnTo>
                      <a:pt x="373156" y="389043"/>
                    </a:lnTo>
                    <a:cubicBezTo>
                      <a:pt x="418337" y="348164"/>
                      <a:pt x="446731" y="289082"/>
                      <a:pt x="446731" y="22335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60" name="Google Shape;560;p38"/>
              <p:cNvGrpSpPr/>
              <p:nvPr/>
            </p:nvGrpSpPr>
            <p:grpSpPr>
              <a:xfrm>
                <a:off x="3809550" y="1120508"/>
                <a:ext cx="229105" cy="232489"/>
                <a:chOff x="3809550" y="1120508"/>
                <a:chExt cx="229105" cy="232489"/>
              </a:xfrm>
            </p:grpSpPr>
            <p:sp>
              <p:nvSpPr>
                <p:cNvPr id="561" name="Google Shape;561;p38"/>
                <p:cNvSpPr/>
                <p:nvPr/>
              </p:nvSpPr>
              <p:spPr>
                <a:xfrm>
                  <a:off x="3809550" y="1120508"/>
                  <a:ext cx="87746" cy="2324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746" h="232489" extrusionOk="0">
                      <a:moveTo>
                        <a:pt x="24809" y="232490"/>
                      </a:moveTo>
                      <a:cubicBezTo>
                        <a:pt x="16094" y="232490"/>
                        <a:pt x="7827" y="231640"/>
                        <a:pt x="0" y="229948"/>
                      </a:cubicBezTo>
                      <a:lnTo>
                        <a:pt x="0" y="192796"/>
                      </a:lnTo>
                      <a:cubicBezTo>
                        <a:pt x="2580" y="193281"/>
                        <a:pt x="5323" y="193825"/>
                        <a:pt x="8230" y="194429"/>
                      </a:cubicBezTo>
                      <a:cubicBezTo>
                        <a:pt x="11137" y="195032"/>
                        <a:pt x="14283" y="195338"/>
                        <a:pt x="17667" y="195338"/>
                      </a:cubicBezTo>
                      <a:cubicBezTo>
                        <a:pt x="25576" y="195338"/>
                        <a:pt x="31220" y="192960"/>
                        <a:pt x="34611" y="188197"/>
                      </a:cubicBezTo>
                      <a:cubicBezTo>
                        <a:pt x="37996" y="183434"/>
                        <a:pt x="39695" y="175286"/>
                        <a:pt x="39695" y="163747"/>
                      </a:cubicBezTo>
                      <a:lnTo>
                        <a:pt x="39695" y="0"/>
                      </a:lnTo>
                      <a:lnTo>
                        <a:pt x="87747" y="0"/>
                      </a:lnTo>
                      <a:lnTo>
                        <a:pt x="87747" y="159632"/>
                      </a:lnTo>
                      <a:cubicBezTo>
                        <a:pt x="87747" y="183598"/>
                        <a:pt x="82499" y="201726"/>
                        <a:pt x="72010" y="214033"/>
                      </a:cubicBezTo>
                      <a:cubicBezTo>
                        <a:pt x="61522" y="226340"/>
                        <a:pt x="45786" y="232490"/>
                        <a:pt x="24809" y="23249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2" name="Google Shape;562;p38"/>
                <p:cNvSpPr/>
                <p:nvPr/>
              </p:nvSpPr>
              <p:spPr>
                <a:xfrm>
                  <a:off x="3930827" y="1157891"/>
                  <a:ext cx="107828" cy="1419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828" h="141973" extrusionOk="0">
                      <a:moveTo>
                        <a:pt x="107829" y="97434"/>
                      </a:moveTo>
                      <a:cubicBezTo>
                        <a:pt x="107829" y="112119"/>
                        <a:pt x="102827" y="123211"/>
                        <a:pt x="92823" y="130717"/>
                      </a:cubicBezTo>
                      <a:cubicBezTo>
                        <a:pt x="82819" y="138224"/>
                        <a:pt x="68454" y="141973"/>
                        <a:pt x="49736" y="141973"/>
                      </a:cubicBezTo>
                      <a:cubicBezTo>
                        <a:pt x="39568" y="141973"/>
                        <a:pt x="30735" y="141429"/>
                        <a:pt x="23228" y="140341"/>
                      </a:cubicBezTo>
                      <a:cubicBezTo>
                        <a:pt x="15721" y="139252"/>
                        <a:pt x="8058" y="137255"/>
                        <a:pt x="231" y="134347"/>
                      </a:cubicBezTo>
                      <a:lnTo>
                        <a:pt x="231" y="96465"/>
                      </a:lnTo>
                      <a:cubicBezTo>
                        <a:pt x="7573" y="99693"/>
                        <a:pt x="15625" y="102354"/>
                        <a:pt x="24376" y="104456"/>
                      </a:cubicBezTo>
                      <a:cubicBezTo>
                        <a:pt x="33128" y="106551"/>
                        <a:pt x="40940" y="107602"/>
                        <a:pt x="47798" y="107602"/>
                      </a:cubicBezTo>
                      <a:cubicBezTo>
                        <a:pt x="58048" y="107602"/>
                        <a:pt x="63169" y="105261"/>
                        <a:pt x="63169" y="100580"/>
                      </a:cubicBezTo>
                      <a:cubicBezTo>
                        <a:pt x="63169" y="98157"/>
                        <a:pt x="61738" y="96003"/>
                        <a:pt x="58875" y="94102"/>
                      </a:cubicBezTo>
                      <a:cubicBezTo>
                        <a:pt x="56013" y="92209"/>
                        <a:pt x="47679" y="88511"/>
                        <a:pt x="33880" y="83025"/>
                      </a:cubicBezTo>
                      <a:cubicBezTo>
                        <a:pt x="21290" y="77859"/>
                        <a:pt x="12501" y="71993"/>
                        <a:pt x="7499" y="65418"/>
                      </a:cubicBezTo>
                      <a:cubicBezTo>
                        <a:pt x="2497" y="58844"/>
                        <a:pt x="0" y="50510"/>
                        <a:pt x="0" y="40424"/>
                      </a:cubicBezTo>
                      <a:cubicBezTo>
                        <a:pt x="0" y="27678"/>
                        <a:pt x="4920" y="17748"/>
                        <a:pt x="14767" y="10652"/>
                      </a:cubicBezTo>
                      <a:cubicBezTo>
                        <a:pt x="24607" y="3556"/>
                        <a:pt x="38532" y="0"/>
                        <a:pt x="56520" y="0"/>
                      </a:cubicBezTo>
                      <a:cubicBezTo>
                        <a:pt x="65555" y="0"/>
                        <a:pt x="74045" y="991"/>
                        <a:pt x="81999" y="2967"/>
                      </a:cubicBezTo>
                      <a:cubicBezTo>
                        <a:pt x="89945" y="4942"/>
                        <a:pt x="98198" y="7827"/>
                        <a:pt x="106748" y="11621"/>
                      </a:cubicBezTo>
                      <a:lnTo>
                        <a:pt x="93919" y="42116"/>
                      </a:lnTo>
                      <a:cubicBezTo>
                        <a:pt x="87627" y="39291"/>
                        <a:pt x="80970" y="36891"/>
                        <a:pt x="73948" y="34916"/>
                      </a:cubicBezTo>
                      <a:cubicBezTo>
                        <a:pt x="66926" y="32940"/>
                        <a:pt x="61201" y="31949"/>
                        <a:pt x="56766" y="31949"/>
                      </a:cubicBezTo>
                      <a:cubicBezTo>
                        <a:pt x="49020" y="31949"/>
                        <a:pt x="45144" y="33842"/>
                        <a:pt x="45144" y="37636"/>
                      </a:cubicBezTo>
                      <a:cubicBezTo>
                        <a:pt x="45144" y="39977"/>
                        <a:pt x="46493" y="41975"/>
                        <a:pt x="49199" y="43630"/>
                      </a:cubicBezTo>
                      <a:cubicBezTo>
                        <a:pt x="51905" y="45284"/>
                        <a:pt x="59710" y="48654"/>
                        <a:pt x="72621" y="53737"/>
                      </a:cubicBezTo>
                      <a:cubicBezTo>
                        <a:pt x="82223" y="57688"/>
                        <a:pt x="89386" y="61564"/>
                        <a:pt x="94105" y="65359"/>
                      </a:cubicBezTo>
                      <a:cubicBezTo>
                        <a:pt x="98824" y="69153"/>
                        <a:pt x="102298" y="73610"/>
                        <a:pt x="104511" y="78732"/>
                      </a:cubicBezTo>
                      <a:cubicBezTo>
                        <a:pt x="106718" y="83860"/>
                        <a:pt x="107829" y="90099"/>
                        <a:pt x="107829" y="9743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63" name="Google Shape;563;p38"/>
            <p:cNvGrpSpPr/>
            <p:nvPr/>
          </p:nvGrpSpPr>
          <p:grpSpPr>
            <a:xfrm>
              <a:off x="2815142" y="1500498"/>
              <a:ext cx="422824" cy="514229"/>
              <a:chOff x="4188117" y="502010"/>
              <a:chExt cx="422824" cy="514229"/>
            </a:xfrm>
          </p:grpSpPr>
          <p:sp>
            <p:nvSpPr>
              <p:cNvPr id="564" name="Google Shape;564;p38"/>
              <p:cNvSpPr/>
              <p:nvPr/>
            </p:nvSpPr>
            <p:spPr>
              <a:xfrm>
                <a:off x="4188117" y="502010"/>
                <a:ext cx="422824" cy="514229"/>
              </a:xfrm>
              <a:custGeom>
                <a:avLst/>
                <a:gdLst/>
                <a:ahLst/>
                <a:cxnLst/>
                <a:rect l="l" t="t" r="r" b="b"/>
                <a:pathLst>
                  <a:path w="422824" h="514229" extrusionOk="0">
                    <a:moveTo>
                      <a:pt x="376115" y="0"/>
                    </a:moveTo>
                    <a:lnTo>
                      <a:pt x="46710" y="0"/>
                    </a:lnTo>
                    <a:cubicBezTo>
                      <a:pt x="20910" y="0"/>
                      <a:pt x="0" y="20917"/>
                      <a:pt x="0" y="46708"/>
                    </a:cubicBezTo>
                    <a:lnTo>
                      <a:pt x="0" y="376103"/>
                    </a:lnTo>
                    <a:cubicBezTo>
                      <a:pt x="0" y="401902"/>
                      <a:pt x="20917" y="422811"/>
                      <a:pt x="46710" y="422811"/>
                    </a:cubicBezTo>
                    <a:lnTo>
                      <a:pt x="240392" y="422811"/>
                    </a:lnTo>
                    <a:lnTo>
                      <a:pt x="346640" y="514230"/>
                    </a:lnTo>
                    <a:lnTo>
                      <a:pt x="346640" y="422811"/>
                    </a:lnTo>
                    <a:lnTo>
                      <a:pt x="376115" y="422811"/>
                    </a:lnTo>
                    <a:cubicBezTo>
                      <a:pt x="401915" y="422811"/>
                      <a:pt x="422825" y="401895"/>
                      <a:pt x="422825" y="376103"/>
                    </a:cubicBezTo>
                    <a:lnTo>
                      <a:pt x="422825" y="46716"/>
                    </a:lnTo>
                    <a:cubicBezTo>
                      <a:pt x="422825" y="20917"/>
                      <a:pt x="401907" y="0"/>
                      <a:pt x="3761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65" name="Google Shape;565;p38"/>
              <p:cNvGrpSpPr/>
              <p:nvPr/>
            </p:nvGrpSpPr>
            <p:grpSpPr>
              <a:xfrm>
                <a:off x="4246039" y="625869"/>
                <a:ext cx="332498" cy="162509"/>
                <a:chOff x="4246039" y="625869"/>
                <a:chExt cx="332498" cy="162509"/>
              </a:xfrm>
            </p:grpSpPr>
            <p:sp>
              <p:nvSpPr>
                <p:cNvPr id="566" name="Google Shape;566;p38"/>
                <p:cNvSpPr/>
                <p:nvPr/>
              </p:nvSpPr>
              <p:spPr>
                <a:xfrm>
                  <a:off x="4246039" y="645108"/>
                  <a:ext cx="109319" cy="1218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319" h="121861" extrusionOk="0">
                      <a:moveTo>
                        <a:pt x="109320" y="121862"/>
                      </a:moveTo>
                      <a:lnTo>
                        <a:pt x="0" y="73312"/>
                      </a:lnTo>
                      <a:lnTo>
                        <a:pt x="0" y="54714"/>
                      </a:lnTo>
                      <a:lnTo>
                        <a:pt x="109320" y="0"/>
                      </a:lnTo>
                      <a:lnTo>
                        <a:pt x="109320" y="32113"/>
                      </a:lnTo>
                      <a:lnTo>
                        <a:pt x="42282" y="62712"/>
                      </a:lnTo>
                      <a:lnTo>
                        <a:pt x="109320" y="89958"/>
                      </a:lnTo>
                      <a:lnTo>
                        <a:pt x="109320" y="12186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7" name="Google Shape;567;p38"/>
                <p:cNvSpPr/>
                <p:nvPr/>
              </p:nvSpPr>
              <p:spPr>
                <a:xfrm>
                  <a:off x="4364661" y="625869"/>
                  <a:ext cx="96341" cy="1625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341" h="162509" extrusionOk="0">
                      <a:moveTo>
                        <a:pt x="96341" y="0"/>
                      </a:moveTo>
                      <a:lnTo>
                        <a:pt x="37414" y="162510"/>
                      </a:lnTo>
                      <a:lnTo>
                        <a:pt x="0" y="162510"/>
                      </a:lnTo>
                      <a:lnTo>
                        <a:pt x="58927" y="0"/>
                      </a:lnTo>
                      <a:lnTo>
                        <a:pt x="96341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8" name="Google Shape;568;p38"/>
                <p:cNvSpPr/>
                <p:nvPr/>
              </p:nvSpPr>
              <p:spPr>
                <a:xfrm>
                  <a:off x="4469217" y="645108"/>
                  <a:ext cx="109320" cy="1218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320" h="121861" extrusionOk="0">
                      <a:moveTo>
                        <a:pt x="0" y="89965"/>
                      </a:moveTo>
                      <a:lnTo>
                        <a:pt x="67038" y="62720"/>
                      </a:lnTo>
                      <a:lnTo>
                        <a:pt x="0" y="32120"/>
                      </a:lnTo>
                      <a:lnTo>
                        <a:pt x="0" y="0"/>
                      </a:lnTo>
                      <a:lnTo>
                        <a:pt x="109320" y="54714"/>
                      </a:lnTo>
                      <a:lnTo>
                        <a:pt x="109320" y="73312"/>
                      </a:lnTo>
                      <a:lnTo>
                        <a:pt x="0" y="121862"/>
                      </a:lnTo>
                      <a:lnTo>
                        <a:pt x="0" y="8996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69" name="Google Shape;569;p38"/>
            <p:cNvGrpSpPr/>
            <p:nvPr/>
          </p:nvGrpSpPr>
          <p:grpSpPr>
            <a:xfrm>
              <a:off x="3872382" y="1710119"/>
              <a:ext cx="372790" cy="338101"/>
              <a:chOff x="5941057" y="1806082"/>
              <a:chExt cx="372790" cy="338101"/>
            </a:xfrm>
          </p:grpSpPr>
          <p:sp>
            <p:nvSpPr>
              <p:cNvPr id="570" name="Google Shape;570;p38"/>
              <p:cNvSpPr/>
              <p:nvPr/>
            </p:nvSpPr>
            <p:spPr>
              <a:xfrm>
                <a:off x="5941057" y="1806082"/>
                <a:ext cx="372790" cy="338101"/>
              </a:xfrm>
              <a:custGeom>
                <a:avLst/>
                <a:gdLst/>
                <a:ahLst/>
                <a:cxnLst/>
                <a:rect l="l" t="t" r="r" b="b"/>
                <a:pathLst>
                  <a:path w="372790" h="338101" extrusionOk="0">
                    <a:moveTo>
                      <a:pt x="331605" y="0"/>
                    </a:moveTo>
                    <a:lnTo>
                      <a:pt x="41186" y="0"/>
                    </a:lnTo>
                    <a:cubicBezTo>
                      <a:pt x="18443" y="0"/>
                      <a:pt x="0" y="18434"/>
                      <a:pt x="0" y="41185"/>
                    </a:cubicBezTo>
                    <a:lnTo>
                      <a:pt x="0" y="215084"/>
                    </a:lnTo>
                    <a:cubicBezTo>
                      <a:pt x="0" y="237827"/>
                      <a:pt x="18435" y="256269"/>
                      <a:pt x="41186" y="256269"/>
                    </a:cubicBezTo>
                    <a:lnTo>
                      <a:pt x="54559" y="256269"/>
                    </a:lnTo>
                    <a:lnTo>
                      <a:pt x="54559" y="338101"/>
                    </a:lnTo>
                    <a:lnTo>
                      <a:pt x="143022" y="256269"/>
                    </a:lnTo>
                    <a:lnTo>
                      <a:pt x="331605" y="256269"/>
                    </a:lnTo>
                    <a:cubicBezTo>
                      <a:pt x="354348" y="256269"/>
                      <a:pt x="372791" y="237834"/>
                      <a:pt x="372791" y="215084"/>
                    </a:cubicBezTo>
                    <a:lnTo>
                      <a:pt x="372791" y="41185"/>
                    </a:lnTo>
                    <a:cubicBezTo>
                      <a:pt x="372791" y="18434"/>
                      <a:pt x="354348" y="0"/>
                      <a:pt x="331605" y="0"/>
                    </a:cubicBezTo>
                    <a:close/>
                  </a:path>
                </a:pathLst>
              </a:custGeom>
              <a:solidFill>
                <a:srgbClr val="4F565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71" name="Google Shape;571;p38"/>
              <p:cNvGrpSpPr/>
              <p:nvPr/>
            </p:nvGrpSpPr>
            <p:grpSpPr>
              <a:xfrm>
                <a:off x="6000126" y="1901190"/>
                <a:ext cx="294160" cy="78984"/>
                <a:chOff x="6000126" y="1901190"/>
                <a:chExt cx="294160" cy="78984"/>
              </a:xfrm>
            </p:grpSpPr>
            <p:sp>
              <p:nvSpPr>
                <p:cNvPr id="572" name="Google Shape;572;p38"/>
                <p:cNvSpPr/>
                <p:nvPr/>
              </p:nvSpPr>
              <p:spPr>
                <a:xfrm>
                  <a:off x="6000126" y="1901190"/>
                  <a:ext cx="62289" cy="789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289" h="78984" extrusionOk="0">
                      <a:moveTo>
                        <a:pt x="62290" y="78985"/>
                      </a:moveTo>
                      <a:lnTo>
                        <a:pt x="49326" y="78985"/>
                      </a:lnTo>
                      <a:lnTo>
                        <a:pt x="49326" y="43384"/>
                      </a:lnTo>
                      <a:lnTo>
                        <a:pt x="12911" y="43384"/>
                      </a:lnTo>
                      <a:lnTo>
                        <a:pt x="12911" y="78985"/>
                      </a:lnTo>
                      <a:lnTo>
                        <a:pt x="0" y="78985"/>
                      </a:lnTo>
                      <a:lnTo>
                        <a:pt x="0" y="0"/>
                      </a:lnTo>
                      <a:lnTo>
                        <a:pt x="12911" y="0"/>
                      </a:lnTo>
                      <a:lnTo>
                        <a:pt x="12911" y="32307"/>
                      </a:lnTo>
                      <a:lnTo>
                        <a:pt x="49326" y="32307"/>
                      </a:lnTo>
                      <a:lnTo>
                        <a:pt x="49326" y="0"/>
                      </a:lnTo>
                      <a:lnTo>
                        <a:pt x="62290" y="0"/>
                      </a:lnTo>
                      <a:lnTo>
                        <a:pt x="62290" y="78985"/>
                      </a:lnTo>
                      <a:close/>
                    </a:path>
                  </a:pathLst>
                </a:custGeom>
                <a:solidFill>
                  <a:srgbClr val="B9BBB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3" name="Google Shape;573;p38"/>
                <p:cNvSpPr/>
                <p:nvPr/>
              </p:nvSpPr>
              <p:spPr>
                <a:xfrm>
                  <a:off x="6074358" y="1901190"/>
                  <a:ext cx="59374" cy="789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374" h="78984" extrusionOk="0">
                      <a:moveTo>
                        <a:pt x="36139" y="78985"/>
                      </a:moveTo>
                      <a:lnTo>
                        <a:pt x="23228" y="78985"/>
                      </a:lnTo>
                      <a:lnTo>
                        <a:pt x="23228" y="11077"/>
                      </a:lnTo>
                      <a:lnTo>
                        <a:pt x="0" y="11077"/>
                      </a:lnTo>
                      <a:lnTo>
                        <a:pt x="0" y="0"/>
                      </a:lnTo>
                      <a:lnTo>
                        <a:pt x="59375" y="0"/>
                      </a:lnTo>
                      <a:lnTo>
                        <a:pt x="59375" y="11077"/>
                      </a:lnTo>
                      <a:lnTo>
                        <a:pt x="36147" y="11077"/>
                      </a:lnTo>
                      <a:lnTo>
                        <a:pt x="36147" y="78985"/>
                      </a:lnTo>
                      <a:close/>
                    </a:path>
                  </a:pathLst>
                </a:custGeom>
                <a:solidFill>
                  <a:srgbClr val="B9BBB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4" name="Google Shape;574;p38"/>
                <p:cNvSpPr/>
                <p:nvPr/>
              </p:nvSpPr>
              <p:spPr>
                <a:xfrm>
                  <a:off x="6145824" y="1901190"/>
                  <a:ext cx="81298" cy="789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98" h="78984" extrusionOk="0">
                      <a:moveTo>
                        <a:pt x="34149" y="78985"/>
                      </a:moveTo>
                      <a:lnTo>
                        <a:pt x="11241" y="13023"/>
                      </a:lnTo>
                      <a:lnTo>
                        <a:pt x="10809" y="13023"/>
                      </a:lnTo>
                      <a:cubicBezTo>
                        <a:pt x="11420" y="22817"/>
                        <a:pt x="11726" y="32001"/>
                        <a:pt x="11726" y="40573"/>
                      </a:cubicBezTo>
                      <a:lnTo>
                        <a:pt x="11726" y="78985"/>
                      </a:lnTo>
                      <a:lnTo>
                        <a:pt x="0" y="78985"/>
                      </a:lnTo>
                      <a:lnTo>
                        <a:pt x="0" y="0"/>
                      </a:lnTo>
                      <a:lnTo>
                        <a:pt x="18204" y="0"/>
                      </a:lnTo>
                      <a:lnTo>
                        <a:pt x="40135" y="62832"/>
                      </a:lnTo>
                      <a:lnTo>
                        <a:pt x="40455" y="62832"/>
                      </a:lnTo>
                      <a:lnTo>
                        <a:pt x="63035" y="0"/>
                      </a:lnTo>
                      <a:lnTo>
                        <a:pt x="81298" y="0"/>
                      </a:lnTo>
                      <a:lnTo>
                        <a:pt x="81298" y="78985"/>
                      </a:lnTo>
                      <a:lnTo>
                        <a:pt x="68872" y="78985"/>
                      </a:lnTo>
                      <a:lnTo>
                        <a:pt x="68872" y="39925"/>
                      </a:lnTo>
                      <a:cubicBezTo>
                        <a:pt x="68872" y="35996"/>
                        <a:pt x="68969" y="30883"/>
                        <a:pt x="69170" y="24584"/>
                      </a:cubicBezTo>
                      <a:cubicBezTo>
                        <a:pt x="69364" y="18285"/>
                        <a:pt x="69535" y="14461"/>
                        <a:pt x="69684" y="13134"/>
                      </a:cubicBezTo>
                      <a:lnTo>
                        <a:pt x="69252" y="13134"/>
                      </a:lnTo>
                      <a:lnTo>
                        <a:pt x="45532" y="78985"/>
                      </a:lnTo>
                      <a:lnTo>
                        <a:pt x="34149" y="78985"/>
                      </a:lnTo>
                      <a:close/>
                    </a:path>
                  </a:pathLst>
                </a:custGeom>
                <a:solidFill>
                  <a:srgbClr val="B9BBB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5" name="Google Shape;575;p38"/>
                <p:cNvSpPr/>
                <p:nvPr/>
              </p:nvSpPr>
              <p:spPr>
                <a:xfrm>
                  <a:off x="6247935" y="1901190"/>
                  <a:ext cx="46351" cy="789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351" h="78984" extrusionOk="0">
                      <a:moveTo>
                        <a:pt x="0" y="78985"/>
                      </a:moveTo>
                      <a:lnTo>
                        <a:pt x="0" y="0"/>
                      </a:lnTo>
                      <a:lnTo>
                        <a:pt x="12911" y="0"/>
                      </a:lnTo>
                      <a:lnTo>
                        <a:pt x="12911" y="67908"/>
                      </a:lnTo>
                      <a:lnTo>
                        <a:pt x="46352" y="67908"/>
                      </a:lnTo>
                      <a:lnTo>
                        <a:pt x="46352" y="78985"/>
                      </a:lnTo>
                      <a:lnTo>
                        <a:pt x="0" y="78985"/>
                      </a:lnTo>
                      <a:close/>
                    </a:path>
                  </a:pathLst>
                </a:custGeom>
                <a:solidFill>
                  <a:srgbClr val="B9BBB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76" name="Google Shape;576;p38"/>
            <p:cNvGrpSpPr/>
            <p:nvPr/>
          </p:nvGrpSpPr>
          <p:grpSpPr>
            <a:xfrm>
              <a:off x="3618914" y="2788130"/>
              <a:ext cx="665937" cy="665909"/>
              <a:chOff x="1600442" y="1326431"/>
              <a:chExt cx="841042" cy="841007"/>
            </a:xfrm>
          </p:grpSpPr>
          <p:sp>
            <p:nvSpPr>
              <p:cNvPr id="577" name="Google Shape;577;p38"/>
              <p:cNvSpPr/>
              <p:nvPr/>
            </p:nvSpPr>
            <p:spPr>
              <a:xfrm>
                <a:off x="1695919" y="1421889"/>
                <a:ext cx="650089" cy="650068"/>
              </a:xfrm>
              <a:custGeom>
                <a:avLst/>
                <a:gdLst/>
                <a:ahLst/>
                <a:cxnLst/>
                <a:rect l="l" t="t" r="r" b="b"/>
                <a:pathLst>
                  <a:path w="650089" h="650068" extrusionOk="0">
                    <a:moveTo>
                      <a:pt x="641062" y="248822"/>
                    </a:moveTo>
                    <a:cubicBezTo>
                      <a:pt x="633048" y="215397"/>
                      <a:pt x="619831" y="184000"/>
                      <a:pt x="602433" y="155473"/>
                    </a:cubicBezTo>
                    <a:cubicBezTo>
                      <a:pt x="575522" y="111582"/>
                      <a:pt x="538503" y="74565"/>
                      <a:pt x="494611" y="47715"/>
                    </a:cubicBezTo>
                    <a:cubicBezTo>
                      <a:pt x="466083" y="30197"/>
                      <a:pt x="434692" y="17040"/>
                      <a:pt x="401259" y="9027"/>
                    </a:cubicBezTo>
                    <a:cubicBezTo>
                      <a:pt x="376801" y="3108"/>
                      <a:pt x="351262" y="0"/>
                      <a:pt x="325015" y="0"/>
                    </a:cubicBezTo>
                    <a:cubicBezTo>
                      <a:pt x="298768" y="0"/>
                      <a:pt x="273229" y="3108"/>
                      <a:pt x="248830" y="8967"/>
                    </a:cubicBezTo>
                    <a:cubicBezTo>
                      <a:pt x="215404" y="16981"/>
                      <a:pt x="184006" y="30197"/>
                      <a:pt x="155478" y="47715"/>
                    </a:cubicBezTo>
                    <a:cubicBezTo>
                      <a:pt x="111586" y="74565"/>
                      <a:pt x="74567" y="111582"/>
                      <a:pt x="47657" y="155473"/>
                    </a:cubicBezTo>
                    <a:cubicBezTo>
                      <a:pt x="30198" y="184000"/>
                      <a:pt x="17041" y="215390"/>
                      <a:pt x="9027" y="248822"/>
                    </a:cubicBezTo>
                    <a:cubicBezTo>
                      <a:pt x="3109" y="273279"/>
                      <a:pt x="0" y="298818"/>
                      <a:pt x="0" y="325064"/>
                    </a:cubicBezTo>
                    <a:cubicBezTo>
                      <a:pt x="0" y="351310"/>
                      <a:pt x="3109" y="376789"/>
                      <a:pt x="8968" y="401246"/>
                    </a:cubicBezTo>
                    <a:cubicBezTo>
                      <a:pt x="16981" y="434671"/>
                      <a:pt x="30198" y="466128"/>
                      <a:pt x="47657" y="494595"/>
                    </a:cubicBezTo>
                    <a:cubicBezTo>
                      <a:pt x="74567" y="538486"/>
                      <a:pt x="111586" y="575503"/>
                      <a:pt x="155478" y="602354"/>
                    </a:cubicBezTo>
                    <a:cubicBezTo>
                      <a:pt x="184006" y="619871"/>
                      <a:pt x="215397" y="633087"/>
                      <a:pt x="248830" y="641101"/>
                    </a:cubicBezTo>
                    <a:cubicBezTo>
                      <a:pt x="273229" y="646960"/>
                      <a:pt x="298760" y="650068"/>
                      <a:pt x="325015" y="650068"/>
                    </a:cubicBezTo>
                    <a:cubicBezTo>
                      <a:pt x="351269" y="650068"/>
                      <a:pt x="376801" y="646960"/>
                      <a:pt x="401259" y="641041"/>
                    </a:cubicBezTo>
                    <a:cubicBezTo>
                      <a:pt x="434685" y="633028"/>
                      <a:pt x="466083" y="619871"/>
                      <a:pt x="494611" y="602354"/>
                    </a:cubicBezTo>
                    <a:cubicBezTo>
                      <a:pt x="538503" y="575503"/>
                      <a:pt x="575522" y="538486"/>
                      <a:pt x="602373" y="494595"/>
                    </a:cubicBezTo>
                    <a:cubicBezTo>
                      <a:pt x="619891" y="466128"/>
                      <a:pt x="633048" y="434678"/>
                      <a:pt x="641121" y="401246"/>
                    </a:cubicBezTo>
                    <a:cubicBezTo>
                      <a:pt x="646981" y="376789"/>
                      <a:pt x="650089" y="351318"/>
                      <a:pt x="650089" y="325064"/>
                    </a:cubicBezTo>
                    <a:cubicBezTo>
                      <a:pt x="650089" y="298810"/>
                      <a:pt x="646988" y="273279"/>
                      <a:pt x="641062" y="248822"/>
                    </a:cubicBezTo>
                    <a:close/>
                    <a:moveTo>
                      <a:pt x="157990" y="325064"/>
                    </a:moveTo>
                    <a:cubicBezTo>
                      <a:pt x="157990" y="232795"/>
                      <a:pt x="232803" y="157985"/>
                      <a:pt x="325015" y="157985"/>
                    </a:cubicBezTo>
                    <a:cubicBezTo>
                      <a:pt x="417286" y="157985"/>
                      <a:pt x="492099" y="232795"/>
                      <a:pt x="492099" y="325064"/>
                    </a:cubicBezTo>
                    <a:cubicBezTo>
                      <a:pt x="492099" y="417273"/>
                      <a:pt x="417286" y="492083"/>
                      <a:pt x="325015" y="492083"/>
                    </a:cubicBezTo>
                    <a:cubicBezTo>
                      <a:pt x="232803" y="492083"/>
                      <a:pt x="157990" y="417280"/>
                      <a:pt x="157990" y="325064"/>
                    </a:cubicBezTo>
                    <a:close/>
                  </a:path>
                </a:pathLst>
              </a:custGeom>
              <a:solidFill>
                <a:srgbClr val="B9BBB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78" name="Google Shape;578;p38"/>
              <p:cNvGrpSpPr/>
              <p:nvPr/>
            </p:nvGrpSpPr>
            <p:grpSpPr>
              <a:xfrm>
                <a:off x="1944734" y="1326431"/>
                <a:ext cx="152451" cy="841007"/>
                <a:chOff x="1944734" y="1326431"/>
                <a:chExt cx="152451" cy="841007"/>
              </a:xfrm>
            </p:grpSpPr>
            <p:sp>
              <p:nvSpPr>
                <p:cNvPr id="579" name="Google Shape;579;p38"/>
                <p:cNvSpPr/>
                <p:nvPr/>
              </p:nvSpPr>
              <p:spPr>
                <a:xfrm>
                  <a:off x="1944734" y="1326431"/>
                  <a:ext cx="152451" cy="1799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51" h="179974" extrusionOk="0">
                      <a:moveTo>
                        <a:pt x="145452" y="179975"/>
                      </a:moveTo>
                      <a:lnTo>
                        <a:pt x="7000" y="179975"/>
                      </a:lnTo>
                      <a:cubicBezTo>
                        <a:pt x="3131" y="179975"/>
                        <a:pt x="0" y="176844"/>
                        <a:pt x="0" y="172975"/>
                      </a:cubicBezTo>
                      <a:lnTo>
                        <a:pt x="0" y="7000"/>
                      </a:lnTo>
                      <a:cubicBezTo>
                        <a:pt x="0" y="3131"/>
                        <a:pt x="3131" y="0"/>
                        <a:pt x="7000" y="0"/>
                      </a:cubicBezTo>
                      <a:lnTo>
                        <a:pt x="145452" y="0"/>
                      </a:lnTo>
                      <a:cubicBezTo>
                        <a:pt x="149320" y="0"/>
                        <a:pt x="152451" y="3131"/>
                        <a:pt x="152451" y="7000"/>
                      </a:cubicBezTo>
                      <a:lnTo>
                        <a:pt x="152451" y="172975"/>
                      </a:lnTo>
                      <a:cubicBezTo>
                        <a:pt x="152459" y="176837"/>
                        <a:pt x="149320" y="179975"/>
                        <a:pt x="145452" y="179975"/>
                      </a:cubicBezTo>
                      <a:close/>
                    </a:path>
                  </a:pathLst>
                </a:custGeom>
                <a:solidFill>
                  <a:srgbClr val="B9BBB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0" name="Google Shape;580;p38"/>
                <p:cNvSpPr/>
                <p:nvPr/>
              </p:nvSpPr>
              <p:spPr>
                <a:xfrm>
                  <a:off x="1944734" y="1987464"/>
                  <a:ext cx="152451" cy="1799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51" h="179974" extrusionOk="0">
                      <a:moveTo>
                        <a:pt x="145452" y="179975"/>
                      </a:moveTo>
                      <a:lnTo>
                        <a:pt x="7000" y="179975"/>
                      </a:lnTo>
                      <a:cubicBezTo>
                        <a:pt x="3131" y="179975"/>
                        <a:pt x="0" y="176844"/>
                        <a:pt x="0" y="172975"/>
                      </a:cubicBezTo>
                      <a:lnTo>
                        <a:pt x="0" y="7000"/>
                      </a:lnTo>
                      <a:cubicBezTo>
                        <a:pt x="0" y="3131"/>
                        <a:pt x="3131" y="0"/>
                        <a:pt x="7000" y="0"/>
                      </a:cubicBezTo>
                      <a:lnTo>
                        <a:pt x="145452" y="0"/>
                      </a:lnTo>
                      <a:cubicBezTo>
                        <a:pt x="149320" y="0"/>
                        <a:pt x="152451" y="3131"/>
                        <a:pt x="152451" y="7000"/>
                      </a:cubicBezTo>
                      <a:lnTo>
                        <a:pt x="152451" y="172975"/>
                      </a:lnTo>
                      <a:cubicBezTo>
                        <a:pt x="152459" y="176844"/>
                        <a:pt x="149320" y="179975"/>
                        <a:pt x="145452" y="179975"/>
                      </a:cubicBezTo>
                      <a:close/>
                    </a:path>
                  </a:pathLst>
                </a:custGeom>
                <a:solidFill>
                  <a:srgbClr val="B9BBB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81" name="Google Shape;581;p38"/>
              <p:cNvGrpSpPr/>
              <p:nvPr/>
            </p:nvGrpSpPr>
            <p:grpSpPr>
              <a:xfrm>
                <a:off x="1672607" y="1398593"/>
                <a:ext cx="696705" cy="696683"/>
                <a:chOff x="1672607" y="1398593"/>
                <a:chExt cx="696705" cy="696683"/>
              </a:xfrm>
            </p:grpSpPr>
            <p:sp>
              <p:nvSpPr>
                <p:cNvPr id="582" name="Google Shape;582;p38"/>
                <p:cNvSpPr/>
                <p:nvPr/>
              </p:nvSpPr>
              <p:spPr>
                <a:xfrm>
                  <a:off x="2140047" y="1398593"/>
                  <a:ext cx="229265" cy="2292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9265" h="229258" extrusionOk="0">
                      <a:moveTo>
                        <a:pt x="99951" y="227207"/>
                      </a:moveTo>
                      <a:lnTo>
                        <a:pt x="2052" y="129310"/>
                      </a:lnTo>
                      <a:cubicBezTo>
                        <a:pt x="-684" y="126575"/>
                        <a:pt x="-684" y="122147"/>
                        <a:pt x="2052" y="119411"/>
                      </a:cubicBezTo>
                      <a:lnTo>
                        <a:pt x="119415" y="2052"/>
                      </a:lnTo>
                      <a:cubicBezTo>
                        <a:pt x="122151" y="-684"/>
                        <a:pt x="126579" y="-684"/>
                        <a:pt x="129314" y="2052"/>
                      </a:cubicBezTo>
                      <a:lnTo>
                        <a:pt x="227214" y="99948"/>
                      </a:lnTo>
                      <a:cubicBezTo>
                        <a:pt x="229950" y="102684"/>
                        <a:pt x="229950" y="107112"/>
                        <a:pt x="227214" y="109847"/>
                      </a:cubicBezTo>
                      <a:lnTo>
                        <a:pt x="109851" y="227207"/>
                      </a:lnTo>
                      <a:cubicBezTo>
                        <a:pt x="107122" y="229942"/>
                        <a:pt x="102687" y="229942"/>
                        <a:pt x="99951" y="227207"/>
                      </a:cubicBezTo>
                      <a:close/>
                    </a:path>
                  </a:pathLst>
                </a:custGeom>
                <a:solidFill>
                  <a:srgbClr val="B9BBB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3" name="Google Shape;583;p38"/>
                <p:cNvSpPr/>
                <p:nvPr/>
              </p:nvSpPr>
              <p:spPr>
                <a:xfrm>
                  <a:off x="1672607" y="1866018"/>
                  <a:ext cx="229265" cy="2292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9265" h="229258" extrusionOk="0">
                      <a:moveTo>
                        <a:pt x="99951" y="227207"/>
                      </a:moveTo>
                      <a:lnTo>
                        <a:pt x="2052" y="129310"/>
                      </a:lnTo>
                      <a:cubicBezTo>
                        <a:pt x="-684" y="126575"/>
                        <a:pt x="-684" y="122147"/>
                        <a:pt x="2052" y="119411"/>
                      </a:cubicBezTo>
                      <a:lnTo>
                        <a:pt x="119415" y="2052"/>
                      </a:lnTo>
                      <a:cubicBezTo>
                        <a:pt x="122151" y="-684"/>
                        <a:pt x="126579" y="-684"/>
                        <a:pt x="129315" y="2052"/>
                      </a:cubicBezTo>
                      <a:lnTo>
                        <a:pt x="227214" y="99948"/>
                      </a:lnTo>
                      <a:cubicBezTo>
                        <a:pt x="229950" y="102684"/>
                        <a:pt x="229950" y="107112"/>
                        <a:pt x="227214" y="109847"/>
                      </a:cubicBezTo>
                      <a:lnTo>
                        <a:pt x="109851" y="227207"/>
                      </a:lnTo>
                      <a:cubicBezTo>
                        <a:pt x="107123" y="229942"/>
                        <a:pt x="102687" y="229942"/>
                        <a:pt x="99951" y="227207"/>
                      </a:cubicBezTo>
                      <a:close/>
                    </a:path>
                  </a:pathLst>
                </a:custGeom>
                <a:solidFill>
                  <a:srgbClr val="B9BBB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84" name="Google Shape;584;p38"/>
              <p:cNvGrpSpPr/>
              <p:nvPr/>
            </p:nvGrpSpPr>
            <p:grpSpPr>
              <a:xfrm>
                <a:off x="1600442" y="1670711"/>
                <a:ext cx="841042" cy="152446"/>
                <a:chOff x="1600442" y="1670711"/>
                <a:chExt cx="841042" cy="152446"/>
              </a:xfrm>
            </p:grpSpPr>
            <p:sp>
              <p:nvSpPr>
                <p:cNvPr id="585" name="Google Shape;585;p38"/>
                <p:cNvSpPr/>
                <p:nvPr/>
              </p:nvSpPr>
              <p:spPr>
                <a:xfrm>
                  <a:off x="2261504" y="1670711"/>
                  <a:ext cx="179980" cy="1524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980" h="152446" extrusionOk="0">
                      <a:moveTo>
                        <a:pt x="0" y="145447"/>
                      </a:moveTo>
                      <a:lnTo>
                        <a:pt x="0" y="7000"/>
                      </a:lnTo>
                      <a:cubicBezTo>
                        <a:pt x="0" y="3131"/>
                        <a:pt x="3131" y="0"/>
                        <a:pt x="7000" y="0"/>
                      </a:cubicBezTo>
                      <a:lnTo>
                        <a:pt x="172981" y="0"/>
                      </a:lnTo>
                      <a:cubicBezTo>
                        <a:pt x="176850" y="0"/>
                        <a:pt x="179981" y="3131"/>
                        <a:pt x="179981" y="7000"/>
                      </a:cubicBezTo>
                      <a:lnTo>
                        <a:pt x="179981" y="145447"/>
                      </a:lnTo>
                      <a:cubicBezTo>
                        <a:pt x="179981" y="149316"/>
                        <a:pt x="176850" y="152446"/>
                        <a:pt x="172981" y="152446"/>
                      </a:cubicBezTo>
                      <a:lnTo>
                        <a:pt x="7000" y="152446"/>
                      </a:lnTo>
                      <a:cubicBezTo>
                        <a:pt x="3131" y="152446"/>
                        <a:pt x="0" y="149308"/>
                        <a:pt x="0" y="145447"/>
                      </a:cubicBezTo>
                      <a:close/>
                    </a:path>
                  </a:pathLst>
                </a:custGeom>
                <a:solidFill>
                  <a:srgbClr val="B9BBB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6" name="Google Shape;586;p38"/>
                <p:cNvSpPr/>
                <p:nvPr/>
              </p:nvSpPr>
              <p:spPr>
                <a:xfrm>
                  <a:off x="1600442" y="1670711"/>
                  <a:ext cx="179980" cy="1524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980" h="152446" extrusionOk="0">
                      <a:moveTo>
                        <a:pt x="0" y="145447"/>
                      </a:moveTo>
                      <a:lnTo>
                        <a:pt x="0" y="7000"/>
                      </a:lnTo>
                      <a:cubicBezTo>
                        <a:pt x="0" y="3131"/>
                        <a:pt x="3131" y="0"/>
                        <a:pt x="7000" y="0"/>
                      </a:cubicBezTo>
                      <a:lnTo>
                        <a:pt x="172981" y="0"/>
                      </a:lnTo>
                      <a:cubicBezTo>
                        <a:pt x="176850" y="0"/>
                        <a:pt x="179981" y="3131"/>
                        <a:pt x="179981" y="7000"/>
                      </a:cubicBezTo>
                      <a:lnTo>
                        <a:pt x="179981" y="145447"/>
                      </a:lnTo>
                      <a:cubicBezTo>
                        <a:pt x="179981" y="149316"/>
                        <a:pt x="176850" y="152446"/>
                        <a:pt x="172981" y="152446"/>
                      </a:cubicBezTo>
                      <a:lnTo>
                        <a:pt x="7000" y="152446"/>
                      </a:lnTo>
                      <a:cubicBezTo>
                        <a:pt x="3138" y="152446"/>
                        <a:pt x="0" y="149308"/>
                        <a:pt x="0" y="145447"/>
                      </a:cubicBezTo>
                      <a:close/>
                    </a:path>
                  </a:pathLst>
                </a:custGeom>
                <a:solidFill>
                  <a:srgbClr val="B9BBB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87" name="Google Shape;587;p38"/>
              <p:cNvGrpSpPr/>
              <p:nvPr/>
            </p:nvGrpSpPr>
            <p:grpSpPr>
              <a:xfrm>
                <a:off x="1672615" y="1398586"/>
                <a:ext cx="696697" cy="696682"/>
                <a:chOff x="1672615" y="1398586"/>
                <a:chExt cx="696697" cy="696682"/>
              </a:xfrm>
            </p:grpSpPr>
            <p:sp>
              <p:nvSpPr>
                <p:cNvPr id="588" name="Google Shape;588;p38"/>
                <p:cNvSpPr/>
                <p:nvPr/>
              </p:nvSpPr>
              <p:spPr>
                <a:xfrm>
                  <a:off x="2140052" y="1866010"/>
                  <a:ext cx="229260" cy="2292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9260" h="229258" extrusionOk="0">
                      <a:moveTo>
                        <a:pt x="2046" y="99948"/>
                      </a:moveTo>
                      <a:lnTo>
                        <a:pt x="99946" y="2052"/>
                      </a:lnTo>
                      <a:cubicBezTo>
                        <a:pt x="102681" y="-684"/>
                        <a:pt x="107110" y="-684"/>
                        <a:pt x="109845" y="2052"/>
                      </a:cubicBezTo>
                      <a:lnTo>
                        <a:pt x="227208" y="119411"/>
                      </a:lnTo>
                      <a:cubicBezTo>
                        <a:pt x="229944" y="122147"/>
                        <a:pt x="229944" y="126575"/>
                        <a:pt x="227208" y="129310"/>
                      </a:cubicBezTo>
                      <a:lnTo>
                        <a:pt x="129309" y="227207"/>
                      </a:lnTo>
                      <a:cubicBezTo>
                        <a:pt x="126573" y="229942"/>
                        <a:pt x="122145" y="229942"/>
                        <a:pt x="119409" y="227207"/>
                      </a:cubicBezTo>
                      <a:lnTo>
                        <a:pt x="2046" y="109847"/>
                      </a:lnTo>
                      <a:cubicBezTo>
                        <a:pt x="-682" y="107119"/>
                        <a:pt x="-682" y="102684"/>
                        <a:pt x="2046" y="99948"/>
                      </a:cubicBezTo>
                      <a:close/>
                    </a:path>
                  </a:pathLst>
                </a:custGeom>
                <a:solidFill>
                  <a:srgbClr val="B9BBB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9" name="Google Shape;589;p38"/>
                <p:cNvSpPr/>
                <p:nvPr/>
              </p:nvSpPr>
              <p:spPr>
                <a:xfrm>
                  <a:off x="1672615" y="1398586"/>
                  <a:ext cx="229265" cy="2292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9265" h="229258" extrusionOk="0">
                      <a:moveTo>
                        <a:pt x="2052" y="99948"/>
                      </a:moveTo>
                      <a:lnTo>
                        <a:pt x="99951" y="2052"/>
                      </a:lnTo>
                      <a:cubicBezTo>
                        <a:pt x="102687" y="-684"/>
                        <a:pt x="107115" y="-684"/>
                        <a:pt x="109851" y="2052"/>
                      </a:cubicBezTo>
                      <a:lnTo>
                        <a:pt x="227214" y="119411"/>
                      </a:lnTo>
                      <a:cubicBezTo>
                        <a:pt x="229950" y="122147"/>
                        <a:pt x="229950" y="126575"/>
                        <a:pt x="227214" y="129310"/>
                      </a:cubicBezTo>
                      <a:lnTo>
                        <a:pt x="129315" y="227207"/>
                      </a:lnTo>
                      <a:cubicBezTo>
                        <a:pt x="126579" y="229942"/>
                        <a:pt x="122151" y="229942"/>
                        <a:pt x="119415" y="227207"/>
                      </a:cubicBezTo>
                      <a:lnTo>
                        <a:pt x="2052" y="109847"/>
                      </a:lnTo>
                      <a:cubicBezTo>
                        <a:pt x="-684" y="107119"/>
                        <a:pt x="-684" y="102684"/>
                        <a:pt x="2052" y="99948"/>
                      </a:cubicBezTo>
                      <a:close/>
                    </a:path>
                  </a:pathLst>
                </a:custGeom>
                <a:solidFill>
                  <a:srgbClr val="B9BBB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590" name="Google Shape;590;p38"/>
            <p:cNvSpPr/>
            <p:nvPr/>
          </p:nvSpPr>
          <p:spPr>
            <a:xfrm>
              <a:off x="1223863" y="3878647"/>
              <a:ext cx="3381070" cy="81914"/>
            </a:xfrm>
            <a:custGeom>
              <a:avLst/>
              <a:gdLst/>
              <a:ahLst/>
              <a:cxnLst/>
              <a:rect l="l" t="t" r="r" b="b"/>
              <a:pathLst>
                <a:path w="2450051" h="88556" extrusionOk="0">
                  <a:moveTo>
                    <a:pt x="2405772" y="88556"/>
                  </a:moveTo>
                  <a:lnTo>
                    <a:pt x="44280" y="88556"/>
                  </a:lnTo>
                  <a:cubicBezTo>
                    <a:pt x="19829" y="88556"/>
                    <a:pt x="0" y="68735"/>
                    <a:pt x="0" y="44278"/>
                  </a:cubicBezTo>
                  <a:lnTo>
                    <a:pt x="0" y="44278"/>
                  </a:lnTo>
                  <a:cubicBezTo>
                    <a:pt x="0" y="19828"/>
                    <a:pt x="19821" y="0"/>
                    <a:pt x="44280" y="0"/>
                  </a:cubicBezTo>
                  <a:lnTo>
                    <a:pt x="2405772" y="0"/>
                  </a:lnTo>
                  <a:cubicBezTo>
                    <a:pt x="2430223" y="0"/>
                    <a:pt x="2450052" y="19821"/>
                    <a:pt x="2450052" y="44278"/>
                  </a:cubicBezTo>
                  <a:lnTo>
                    <a:pt x="2450052" y="44278"/>
                  </a:lnTo>
                  <a:cubicBezTo>
                    <a:pt x="2450052" y="68735"/>
                    <a:pt x="2430230" y="88556"/>
                    <a:pt x="2405772" y="885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91" name="Google Shape;591;p38"/>
            <p:cNvGrpSpPr/>
            <p:nvPr/>
          </p:nvGrpSpPr>
          <p:grpSpPr>
            <a:xfrm>
              <a:off x="1879108" y="2147771"/>
              <a:ext cx="2067136" cy="1742283"/>
              <a:chOff x="1711029" y="2284950"/>
              <a:chExt cx="1495216" cy="1260241"/>
            </a:xfrm>
          </p:grpSpPr>
          <p:sp>
            <p:nvSpPr>
              <p:cNvPr id="592" name="Google Shape;592;p38"/>
              <p:cNvSpPr/>
              <p:nvPr/>
            </p:nvSpPr>
            <p:spPr>
              <a:xfrm>
                <a:off x="2355837" y="3100000"/>
                <a:ext cx="205592" cy="240793"/>
              </a:xfrm>
              <a:custGeom>
                <a:avLst/>
                <a:gdLst/>
                <a:ahLst/>
                <a:cxnLst/>
                <a:rect l="l" t="t" r="r" b="b"/>
                <a:pathLst>
                  <a:path w="1495216" h="240793" extrusionOk="0">
                    <a:moveTo>
                      <a:pt x="100427" y="3258"/>
                    </a:moveTo>
                    <a:lnTo>
                      <a:pt x="0" y="198499"/>
                    </a:lnTo>
                    <a:lnTo>
                      <a:pt x="3720" y="227779"/>
                    </a:lnTo>
                    <a:lnTo>
                      <a:pt x="1495217" y="240794"/>
                    </a:lnTo>
                    <a:lnTo>
                      <a:pt x="1495217" y="201749"/>
                    </a:lnTo>
                    <a:lnTo>
                      <a:pt x="139107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93" name="Google Shape;593;p38"/>
              <p:cNvGrpSpPr/>
              <p:nvPr/>
            </p:nvGrpSpPr>
            <p:grpSpPr>
              <a:xfrm>
                <a:off x="1711029" y="3304398"/>
                <a:ext cx="1495216" cy="240793"/>
                <a:chOff x="4361054" y="2766848"/>
                <a:chExt cx="1495216" cy="240793"/>
              </a:xfrm>
            </p:grpSpPr>
            <p:sp>
              <p:nvSpPr>
                <p:cNvPr id="594" name="Google Shape;594;p38"/>
                <p:cNvSpPr/>
                <p:nvPr/>
              </p:nvSpPr>
              <p:spPr>
                <a:xfrm>
                  <a:off x="4361054" y="2766848"/>
                  <a:ext cx="1495216" cy="2407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5216" h="240793" extrusionOk="0">
                      <a:moveTo>
                        <a:pt x="100427" y="3258"/>
                      </a:moveTo>
                      <a:lnTo>
                        <a:pt x="0" y="198499"/>
                      </a:lnTo>
                      <a:lnTo>
                        <a:pt x="3720" y="227779"/>
                      </a:lnTo>
                      <a:lnTo>
                        <a:pt x="1495217" y="240794"/>
                      </a:lnTo>
                      <a:lnTo>
                        <a:pt x="1495217" y="201749"/>
                      </a:lnTo>
                      <a:lnTo>
                        <a:pt x="1391071" y="0"/>
                      </a:lnTo>
                      <a:close/>
                    </a:path>
                  </a:pathLst>
                </a:custGeom>
                <a:solidFill>
                  <a:srgbClr val="B9BBB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5" name="Google Shape;595;p38"/>
                <p:cNvSpPr/>
                <p:nvPr/>
              </p:nvSpPr>
              <p:spPr>
                <a:xfrm>
                  <a:off x="4361054" y="2965346"/>
                  <a:ext cx="1495216" cy="422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5216" h="42295" extrusionOk="0">
                      <a:moveTo>
                        <a:pt x="0" y="0"/>
                      </a:moveTo>
                      <a:lnTo>
                        <a:pt x="3720" y="29280"/>
                      </a:lnTo>
                      <a:lnTo>
                        <a:pt x="1495217" y="42295"/>
                      </a:lnTo>
                      <a:lnTo>
                        <a:pt x="1495217" y="3250"/>
                      </a:lnTo>
                      <a:close/>
                    </a:path>
                  </a:pathLst>
                </a:custGeom>
                <a:solidFill>
                  <a:srgbClr val="141A1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96" name="Google Shape;596;p38"/>
              <p:cNvGrpSpPr/>
              <p:nvPr/>
            </p:nvGrpSpPr>
            <p:grpSpPr>
              <a:xfrm>
                <a:off x="1727838" y="2284950"/>
                <a:ext cx="1461600" cy="927600"/>
                <a:chOff x="492925" y="2286575"/>
                <a:chExt cx="1461600" cy="927600"/>
              </a:xfrm>
            </p:grpSpPr>
            <p:sp>
              <p:nvSpPr>
                <p:cNvPr id="597" name="Google Shape;597;p38"/>
                <p:cNvSpPr/>
                <p:nvPr/>
              </p:nvSpPr>
              <p:spPr>
                <a:xfrm>
                  <a:off x="492925" y="2286575"/>
                  <a:ext cx="1461600" cy="88530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Fira Code"/>
                    <a:ea typeface="Fira Code"/>
                    <a:cs typeface="Fira Code"/>
                    <a:sym typeface="Fira Code"/>
                  </a:endParaRPr>
                </a:p>
              </p:txBody>
            </p:sp>
            <p:sp>
              <p:nvSpPr>
                <p:cNvPr id="598" name="Google Shape;598;p38"/>
                <p:cNvSpPr/>
                <p:nvPr/>
              </p:nvSpPr>
              <p:spPr>
                <a:xfrm>
                  <a:off x="492925" y="3171875"/>
                  <a:ext cx="1461600" cy="42300"/>
                </a:xfrm>
                <a:prstGeom prst="rect">
                  <a:avLst/>
                </a:prstGeom>
                <a:solidFill>
                  <a:srgbClr val="141A1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Fira Code"/>
                    <a:ea typeface="Fira Code"/>
                    <a:cs typeface="Fira Code"/>
                    <a:sym typeface="Fira Code"/>
                  </a:endParaRPr>
                </a:p>
              </p:txBody>
            </p:sp>
            <p:sp>
              <p:nvSpPr>
                <p:cNvPr id="599" name="Google Shape;599;p38"/>
                <p:cNvSpPr/>
                <p:nvPr/>
              </p:nvSpPr>
              <p:spPr>
                <a:xfrm>
                  <a:off x="556975" y="2317925"/>
                  <a:ext cx="1333500" cy="82260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Fira Code"/>
                    <a:ea typeface="Fira Code"/>
                    <a:cs typeface="Fira Code"/>
                    <a:sym typeface="Fira Code"/>
                  </a:endParaRPr>
                </a:p>
              </p:txBody>
            </p:sp>
          </p:grpSp>
          <p:grpSp>
            <p:nvGrpSpPr>
              <p:cNvPr id="600" name="Google Shape;600;p38"/>
              <p:cNvGrpSpPr/>
              <p:nvPr/>
            </p:nvGrpSpPr>
            <p:grpSpPr>
              <a:xfrm>
                <a:off x="1876027" y="2366645"/>
                <a:ext cx="1154033" cy="727927"/>
                <a:chOff x="4526052" y="1847250"/>
                <a:chExt cx="1154033" cy="727927"/>
              </a:xfrm>
            </p:grpSpPr>
            <p:grpSp>
              <p:nvGrpSpPr>
                <p:cNvPr id="601" name="Google Shape;601;p38"/>
                <p:cNvGrpSpPr/>
                <p:nvPr/>
              </p:nvGrpSpPr>
              <p:grpSpPr>
                <a:xfrm>
                  <a:off x="4723394" y="1924990"/>
                  <a:ext cx="956691" cy="650187"/>
                  <a:chOff x="4723394" y="1924990"/>
                  <a:chExt cx="956691" cy="650187"/>
                </a:xfrm>
              </p:grpSpPr>
              <p:grpSp>
                <p:nvGrpSpPr>
                  <p:cNvPr id="602" name="Google Shape;602;p38"/>
                  <p:cNvGrpSpPr/>
                  <p:nvPr/>
                </p:nvGrpSpPr>
                <p:grpSpPr>
                  <a:xfrm>
                    <a:off x="4723394" y="1924990"/>
                    <a:ext cx="956691" cy="650187"/>
                    <a:chOff x="4723394" y="1924990"/>
                    <a:chExt cx="956691" cy="650187"/>
                  </a:xfrm>
                </p:grpSpPr>
                <p:sp>
                  <p:nvSpPr>
                    <p:cNvPr id="603" name="Google Shape;603;p38"/>
                    <p:cNvSpPr/>
                    <p:nvPr/>
                  </p:nvSpPr>
                  <p:spPr>
                    <a:xfrm>
                      <a:off x="4726017" y="1927614"/>
                      <a:ext cx="951435" cy="64493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51435" h="644932" extrusionOk="0">
                          <a:moveTo>
                            <a:pt x="0" y="0"/>
                          </a:moveTo>
                          <a:lnTo>
                            <a:pt x="951436" y="0"/>
                          </a:lnTo>
                          <a:lnTo>
                            <a:pt x="951436" y="644932"/>
                          </a:lnTo>
                          <a:lnTo>
                            <a:pt x="0" y="644932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04" name="Google Shape;604;p38"/>
                    <p:cNvSpPr/>
                    <p:nvPr/>
                  </p:nvSpPr>
                  <p:spPr>
                    <a:xfrm>
                      <a:off x="4723394" y="1924990"/>
                      <a:ext cx="956691" cy="65018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56691" h="650187" extrusionOk="0">
                          <a:moveTo>
                            <a:pt x="956691" y="650187"/>
                          </a:moveTo>
                          <a:lnTo>
                            <a:pt x="0" y="650187"/>
                          </a:lnTo>
                          <a:lnTo>
                            <a:pt x="0" y="0"/>
                          </a:lnTo>
                          <a:lnTo>
                            <a:pt x="956691" y="0"/>
                          </a:lnTo>
                          <a:lnTo>
                            <a:pt x="956691" y="650187"/>
                          </a:lnTo>
                          <a:close/>
                          <a:moveTo>
                            <a:pt x="5255" y="644932"/>
                          </a:moveTo>
                          <a:lnTo>
                            <a:pt x="951428" y="644932"/>
                          </a:lnTo>
                          <a:lnTo>
                            <a:pt x="951428" y="5255"/>
                          </a:lnTo>
                          <a:lnTo>
                            <a:pt x="5255" y="5255"/>
                          </a:lnTo>
                          <a:lnTo>
                            <a:pt x="5255" y="644932"/>
                          </a:lnTo>
                          <a:close/>
                        </a:path>
                      </a:pathLst>
                    </a:custGeom>
                    <a:solidFill>
                      <a:srgbClr val="30384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605" name="Google Shape;605;p38"/>
                  <p:cNvSpPr/>
                  <p:nvPr/>
                </p:nvSpPr>
                <p:spPr>
                  <a:xfrm>
                    <a:off x="4753867" y="1978563"/>
                    <a:ext cx="49274" cy="2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274" h="21319" extrusionOk="0">
                        <a:moveTo>
                          <a:pt x="0" y="0"/>
                        </a:moveTo>
                        <a:lnTo>
                          <a:pt x="49274" y="0"/>
                        </a:lnTo>
                        <a:lnTo>
                          <a:pt x="49274" y="21319"/>
                        </a:lnTo>
                        <a:lnTo>
                          <a:pt x="0" y="21319"/>
                        </a:lnTo>
                        <a:close/>
                      </a:path>
                    </a:pathLst>
                  </a:custGeom>
                  <a:solidFill>
                    <a:srgbClr val="888CEC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06" name="Google Shape;606;p38"/>
                  <p:cNvSpPr/>
                  <p:nvPr/>
                </p:nvSpPr>
                <p:spPr>
                  <a:xfrm>
                    <a:off x="4753867" y="2019450"/>
                    <a:ext cx="49274" cy="2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274" h="21319" extrusionOk="0">
                        <a:moveTo>
                          <a:pt x="0" y="0"/>
                        </a:moveTo>
                        <a:lnTo>
                          <a:pt x="49274" y="0"/>
                        </a:lnTo>
                        <a:lnTo>
                          <a:pt x="49274" y="21319"/>
                        </a:lnTo>
                        <a:lnTo>
                          <a:pt x="0" y="21319"/>
                        </a:lnTo>
                        <a:close/>
                      </a:path>
                    </a:pathLst>
                  </a:custGeom>
                  <a:solidFill>
                    <a:srgbClr val="888CEC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07" name="Google Shape;607;p38"/>
                  <p:cNvSpPr/>
                  <p:nvPr/>
                </p:nvSpPr>
                <p:spPr>
                  <a:xfrm>
                    <a:off x="4753867" y="2060336"/>
                    <a:ext cx="49274" cy="2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274" h="21319" extrusionOk="0">
                        <a:moveTo>
                          <a:pt x="0" y="0"/>
                        </a:moveTo>
                        <a:lnTo>
                          <a:pt x="49274" y="0"/>
                        </a:lnTo>
                        <a:lnTo>
                          <a:pt x="49274" y="21319"/>
                        </a:lnTo>
                        <a:lnTo>
                          <a:pt x="0" y="21319"/>
                        </a:lnTo>
                        <a:close/>
                      </a:path>
                    </a:pathLst>
                  </a:custGeom>
                  <a:solidFill>
                    <a:srgbClr val="888CEC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08" name="Google Shape;608;p38"/>
                  <p:cNvSpPr/>
                  <p:nvPr/>
                </p:nvSpPr>
                <p:spPr>
                  <a:xfrm>
                    <a:off x="4753867" y="2101223"/>
                    <a:ext cx="49274" cy="2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274" h="21319" extrusionOk="0">
                        <a:moveTo>
                          <a:pt x="0" y="0"/>
                        </a:moveTo>
                        <a:lnTo>
                          <a:pt x="49274" y="0"/>
                        </a:lnTo>
                        <a:lnTo>
                          <a:pt x="49274" y="21319"/>
                        </a:lnTo>
                        <a:lnTo>
                          <a:pt x="0" y="21319"/>
                        </a:lnTo>
                        <a:close/>
                      </a:path>
                    </a:pathLst>
                  </a:custGeom>
                  <a:solidFill>
                    <a:srgbClr val="888CEC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09" name="Google Shape;609;p38"/>
                  <p:cNvSpPr/>
                  <p:nvPr/>
                </p:nvSpPr>
                <p:spPr>
                  <a:xfrm>
                    <a:off x="4753867" y="2142109"/>
                    <a:ext cx="49274" cy="2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274" h="21319" extrusionOk="0">
                        <a:moveTo>
                          <a:pt x="0" y="0"/>
                        </a:moveTo>
                        <a:lnTo>
                          <a:pt x="49274" y="0"/>
                        </a:lnTo>
                        <a:lnTo>
                          <a:pt x="49274" y="21319"/>
                        </a:lnTo>
                        <a:lnTo>
                          <a:pt x="0" y="21319"/>
                        </a:lnTo>
                        <a:close/>
                      </a:path>
                    </a:pathLst>
                  </a:custGeom>
                  <a:solidFill>
                    <a:srgbClr val="888CEC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10" name="Google Shape;610;p38"/>
                  <p:cNvSpPr/>
                  <p:nvPr/>
                </p:nvSpPr>
                <p:spPr>
                  <a:xfrm>
                    <a:off x="4753867" y="2182996"/>
                    <a:ext cx="49274" cy="2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274" h="21319" extrusionOk="0">
                        <a:moveTo>
                          <a:pt x="0" y="0"/>
                        </a:moveTo>
                        <a:lnTo>
                          <a:pt x="49274" y="0"/>
                        </a:lnTo>
                        <a:lnTo>
                          <a:pt x="49274" y="21319"/>
                        </a:lnTo>
                        <a:lnTo>
                          <a:pt x="0" y="21319"/>
                        </a:lnTo>
                        <a:close/>
                      </a:path>
                    </a:pathLst>
                  </a:custGeom>
                  <a:solidFill>
                    <a:srgbClr val="888CEC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11" name="Google Shape;611;p38"/>
                  <p:cNvSpPr/>
                  <p:nvPr/>
                </p:nvSpPr>
                <p:spPr>
                  <a:xfrm>
                    <a:off x="4753867" y="2223882"/>
                    <a:ext cx="49274" cy="2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274" h="21319" extrusionOk="0">
                        <a:moveTo>
                          <a:pt x="0" y="0"/>
                        </a:moveTo>
                        <a:lnTo>
                          <a:pt x="49274" y="0"/>
                        </a:lnTo>
                        <a:lnTo>
                          <a:pt x="49274" y="21319"/>
                        </a:lnTo>
                        <a:lnTo>
                          <a:pt x="0" y="21319"/>
                        </a:lnTo>
                        <a:close/>
                      </a:path>
                    </a:pathLst>
                  </a:custGeom>
                  <a:solidFill>
                    <a:srgbClr val="888CEC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12" name="Google Shape;612;p38"/>
                  <p:cNvSpPr/>
                  <p:nvPr/>
                </p:nvSpPr>
                <p:spPr>
                  <a:xfrm>
                    <a:off x="4753867" y="2264768"/>
                    <a:ext cx="49274" cy="2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274" h="21319" extrusionOk="0">
                        <a:moveTo>
                          <a:pt x="0" y="0"/>
                        </a:moveTo>
                        <a:lnTo>
                          <a:pt x="49274" y="0"/>
                        </a:lnTo>
                        <a:lnTo>
                          <a:pt x="49274" y="21319"/>
                        </a:lnTo>
                        <a:lnTo>
                          <a:pt x="0" y="21319"/>
                        </a:lnTo>
                        <a:close/>
                      </a:path>
                    </a:pathLst>
                  </a:custGeom>
                  <a:solidFill>
                    <a:srgbClr val="888CEC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13" name="Google Shape;613;p38"/>
                  <p:cNvSpPr/>
                  <p:nvPr/>
                </p:nvSpPr>
                <p:spPr>
                  <a:xfrm>
                    <a:off x="4753867" y="2305655"/>
                    <a:ext cx="49274" cy="2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274" h="21319" extrusionOk="0">
                        <a:moveTo>
                          <a:pt x="0" y="0"/>
                        </a:moveTo>
                        <a:lnTo>
                          <a:pt x="49274" y="0"/>
                        </a:lnTo>
                        <a:lnTo>
                          <a:pt x="49274" y="21319"/>
                        </a:lnTo>
                        <a:lnTo>
                          <a:pt x="0" y="21319"/>
                        </a:lnTo>
                        <a:close/>
                      </a:path>
                    </a:pathLst>
                  </a:custGeom>
                  <a:solidFill>
                    <a:srgbClr val="888CEC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14" name="Google Shape;614;p38"/>
                  <p:cNvSpPr/>
                  <p:nvPr/>
                </p:nvSpPr>
                <p:spPr>
                  <a:xfrm>
                    <a:off x="4753867" y="2346541"/>
                    <a:ext cx="49274" cy="2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274" h="21319" extrusionOk="0">
                        <a:moveTo>
                          <a:pt x="0" y="0"/>
                        </a:moveTo>
                        <a:lnTo>
                          <a:pt x="49274" y="0"/>
                        </a:lnTo>
                        <a:lnTo>
                          <a:pt x="49274" y="21319"/>
                        </a:lnTo>
                        <a:lnTo>
                          <a:pt x="0" y="21319"/>
                        </a:lnTo>
                        <a:close/>
                      </a:path>
                    </a:pathLst>
                  </a:custGeom>
                  <a:solidFill>
                    <a:srgbClr val="888CEC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15" name="Google Shape;615;p38"/>
                  <p:cNvSpPr/>
                  <p:nvPr/>
                </p:nvSpPr>
                <p:spPr>
                  <a:xfrm>
                    <a:off x="4753867" y="2387428"/>
                    <a:ext cx="49274" cy="2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274" h="21319" extrusionOk="0">
                        <a:moveTo>
                          <a:pt x="0" y="0"/>
                        </a:moveTo>
                        <a:lnTo>
                          <a:pt x="49274" y="0"/>
                        </a:lnTo>
                        <a:lnTo>
                          <a:pt x="49274" y="21319"/>
                        </a:lnTo>
                        <a:lnTo>
                          <a:pt x="0" y="21319"/>
                        </a:lnTo>
                        <a:close/>
                      </a:path>
                    </a:pathLst>
                  </a:custGeom>
                  <a:solidFill>
                    <a:srgbClr val="888CEC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16" name="Google Shape;616;p38"/>
                  <p:cNvSpPr/>
                  <p:nvPr/>
                </p:nvSpPr>
                <p:spPr>
                  <a:xfrm>
                    <a:off x="4753867" y="2428314"/>
                    <a:ext cx="49274" cy="2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274" h="21319" extrusionOk="0">
                        <a:moveTo>
                          <a:pt x="0" y="0"/>
                        </a:moveTo>
                        <a:lnTo>
                          <a:pt x="49274" y="0"/>
                        </a:lnTo>
                        <a:lnTo>
                          <a:pt x="49274" y="21319"/>
                        </a:lnTo>
                        <a:lnTo>
                          <a:pt x="0" y="21319"/>
                        </a:lnTo>
                        <a:close/>
                      </a:path>
                    </a:pathLst>
                  </a:custGeom>
                  <a:solidFill>
                    <a:srgbClr val="888CEC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17" name="Google Shape;617;p38"/>
                  <p:cNvSpPr/>
                  <p:nvPr/>
                </p:nvSpPr>
                <p:spPr>
                  <a:xfrm>
                    <a:off x="4753867" y="2469200"/>
                    <a:ext cx="49274" cy="2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274" h="21319" extrusionOk="0">
                        <a:moveTo>
                          <a:pt x="0" y="0"/>
                        </a:moveTo>
                        <a:lnTo>
                          <a:pt x="49274" y="0"/>
                        </a:lnTo>
                        <a:lnTo>
                          <a:pt x="49274" y="21319"/>
                        </a:lnTo>
                        <a:lnTo>
                          <a:pt x="0" y="21319"/>
                        </a:lnTo>
                        <a:close/>
                      </a:path>
                    </a:pathLst>
                  </a:custGeom>
                  <a:solidFill>
                    <a:srgbClr val="888CEC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18" name="Google Shape;618;p38"/>
                  <p:cNvSpPr/>
                  <p:nvPr/>
                </p:nvSpPr>
                <p:spPr>
                  <a:xfrm>
                    <a:off x="4753867" y="2510087"/>
                    <a:ext cx="49274" cy="2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274" h="21319" extrusionOk="0">
                        <a:moveTo>
                          <a:pt x="0" y="0"/>
                        </a:moveTo>
                        <a:lnTo>
                          <a:pt x="49274" y="0"/>
                        </a:lnTo>
                        <a:lnTo>
                          <a:pt x="49274" y="21319"/>
                        </a:lnTo>
                        <a:lnTo>
                          <a:pt x="0" y="21319"/>
                        </a:lnTo>
                        <a:close/>
                      </a:path>
                    </a:pathLst>
                  </a:custGeom>
                  <a:solidFill>
                    <a:srgbClr val="B9BBB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19" name="Google Shape;619;p38"/>
                  <p:cNvSpPr/>
                  <p:nvPr/>
                </p:nvSpPr>
                <p:spPr>
                  <a:xfrm>
                    <a:off x="4918402" y="1978563"/>
                    <a:ext cx="86225" cy="2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6225" h="21319" extrusionOk="0">
                        <a:moveTo>
                          <a:pt x="0" y="0"/>
                        </a:moveTo>
                        <a:lnTo>
                          <a:pt x="86226" y="0"/>
                        </a:lnTo>
                        <a:lnTo>
                          <a:pt x="86226" y="21319"/>
                        </a:lnTo>
                        <a:lnTo>
                          <a:pt x="0" y="21319"/>
                        </a:lnTo>
                        <a:close/>
                      </a:path>
                    </a:pathLst>
                  </a:custGeom>
                  <a:solidFill>
                    <a:srgbClr val="FFCC8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0" name="Google Shape;620;p38"/>
                  <p:cNvSpPr/>
                  <p:nvPr/>
                </p:nvSpPr>
                <p:spPr>
                  <a:xfrm>
                    <a:off x="5027506" y="1978563"/>
                    <a:ext cx="405619" cy="2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5619" h="21319" extrusionOk="0">
                        <a:moveTo>
                          <a:pt x="0" y="0"/>
                        </a:moveTo>
                        <a:lnTo>
                          <a:pt x="405620" y="0"/>
                        </a:lnTo>
                        <a:lnTo>
                          <a:pt x="405620" y="21319"/>
                        </a:lnTo>
                        <a:lnTo>
                          <a:pt x="0" y="21319"/>
                        </a:lnTo>
                        <a:close/>
                      </a:path>
                    </a:pathLst>
                  </a:custGeom>
                  <a:solidFill>
                    <a:srgbClr val="888CEC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1" name="Google Shape;621;p38"/>
                  <p:cNvSpPr/>
                  <p:nvPr/>
                </p:nvSpPr>
                <p:spPr>
                  <a:xfrm>
                    <a:off x="4888048" y="2019450"/>
                    <a:ext cx="104705" cy="2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4705" h="21319" extrusionOk="0">
                        <a:moveTo>
                          <a:pt x="0" y="0"/>
                        </a:moveTo>
                        <a:lnTo>
                          <a:pt x="104705" y="0"/>
                        </a:lnTo>
                        <a:lnTo>
                          <a:pt x="104705" y="21319"/>
                        </a:lnTo>
                        <a:lnTo>
                          <a:pt x="0" y="21319"/>
                        </a:lnTo>
                        <a:close/>
                      </a:path>
                    </a:pathLst>
                  </a:custGeom>
                  <a:solidFill>
                    <a:srgbClr val="FFCC8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2" name="Google Shape;622;p38"/>
                  <p:cNvSpPr/>
                  <p:nvPr/>
                </p:nvSpPr>
                <p:spPr>
                  <a:xfrm>
                    <a:off x="5018270" y="2019450"/>
                    <a:ext cx="453134" cy="2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3134" h="21319" extrusionOk="0">
                        <a:moveTo>
                          <a:pt x="0" y="0"/>
                        </a:moveTo>
                        <a:lnTo>
                          <a:pt x="453135" y="0"/>
                        </a:lnTo>
                        <a:lnTo>
                          <a:pt x="453135" y="21319"/>
                        </a:lnTo>
                        <a:lnTo>
                          <a:pt x="0" y="21319"/>
                        </a:lnTo>
                        <a:close/>
                      </a:path>
                    </a:pathLst>
                  </a:custGeom>
                  <a:solidFill>
                    <a:srgbClr val="888CEC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3" name="Google Shape;623;p38"/>
                  <p:cNvSpPr/>
                  <p:nvPr/>
                </p:nvSpPr>
                <p:spPr>
                  <a:xfrm>
                    <a:off x="4993193" y="2060336"/>
                    <a:ext cx="147814" cy="2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7814" h="21319" extrusionOk="0">
                        <a:moveTo>
                          <a:pt x="0" y="0"/>
                        </a:moveTo>
                        <a:lnTo>
                          <a:pt x="147815" y="0"/>
                        </a:lnTo>
                        <a:lnTo>
                          <a:pt x="147815" y="21319"/>
                        </a:lnTo>
                        <a:lnTo>
                          <a:pt x="0" y="21319"/>
                        </a:lnTo>
                        <a:close/>
                      </a:path>
                    </a:pathLst>
                  </a:custGeom>
                  <a:solidFill>
                    <a:srgbClr val="FFCC8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4" name="Google Shape;624;p38"/>
                  <p:cNvSpPr/>
                  <p:nvPr/>
                </p:nvSpPr>
                <p:spPr>
                  <a:xfrm>
                    <a:off x="5162126" y="2060336"/>
                    <a:ext cx="358984" cy="2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8984" h="21319" extrusionOk="0">
                        <a:moveTo>
                          <a:pt x="0" y="0"/>
                        </a:moveTo>
                        <a:lnTo>
                          <a:pt x="358985" y="0"/>
                        </a:lnTo>
                        <a:lnTo>
                          <a:pt x="358985" y="21319"/>
                        </a:lnTo>
                        <a:lnTo>
                          <a:pt x="0" y="21319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5" name="Google Shape;625;p38"/>
                  <p:cNvSpPr/>
                  <p:nvPr/>
                </p:nvSpPr>
                <p:spPr>
                  <a:xfrm>
                    <a:off x="5070183" y="2101223"/>
                    <a:ext cx="141657" cy="2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1657" h="21319" extrusionOk="0">
                        <a:moveTo>
                          <a:pt x="0" y="0"/>
                        </a:moveTo>
                        <a:lnTo>
                          <a:pt x="141657" y="0"/>
                        </a:lnTo>
                        <a:lnTo>
                          <a:pt x="141657" y="21319"/>
                        </a:lnTo>
                        <a:lnTo>
                          <a:pt x="0" y="21319"/>
                        </a:lnTo>
                        <a:close/>
                      </a:path>
                    </a:pathLst>
                  </a:custGeom>
                  <a:solidFill>
                    <a:srgbClr val="FFCC8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6" name="Google Shape;626;p38"/>
                  <p:cNvSpPr/>
                  <p:nvPr/>
                </p:nvSpPr>
                <p:spPr>
                  <a:xfrm>
                    <a:off x="5239116" y="2101223"/>
                    <a:ext cx="359424" cy="2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9424" h="21319" extrusionOk="0">
                        <a:moveTo>
                          <a:pt x="0" y="0"/>
                        </a:moveTo>
                        <a:lnTo>
                          <a:pt x="359424" y="0"/>
                        </a:lnTo>
                        <a:lnTo>
                          <a:pt x="359424" y="21319"/>
                        </a:lnTo>
                        <a:lnTo>
                          <a:pt x="0" y="21319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7" name="Google Shape;627;p38"/>
                  <p:cNvSpPr/>
                  <p:nvPr/>
                </p:nvSpPr>
                <p:spPr>
                  <a:xfrm>
                    <a:off x="4930061" y="2142109"/>
                    <a:ext cx="101626" cy="2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1626" h="21319" extrusionOk="0">
                        <a:moveTo>
                          <a:pt x="0" y="0"/>
                        </a:moveTo>
                        <a:lnTo>
                          <a:pt x="101627" y="0"/>
                        </a:lnTo>
                        <a:lnTo>
                          <a:pt x="101627" y="21319"/>
                        </a:lnTo>
                        <a:lnTo>
                          <a:pt x="0" y="21319"/>
                        </a:lnTo>
                        <a:close/>
                      </a:path>
                    </a:pathLst>
                  </a:custGeom>
                  <a:solidFill>
                    <a:srgbClr val="FFCC8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8" name="Google Shape;628;p38"/>
                  <p:cNvSpPr/>
                  <p:nvPr/>
                </p:nvSpPr>
                <p:spPr>
                  <a:xfrm>
                    <a:off x="5056765" y="2142109"/>
                    <a:ext cx="411561" cy="2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1561" h="21319" extrusionOk="0">
                        <a:moveTo>
                          <a:pt x="0" y="0"/>
                        </a:moveTo>
                        <a:lnTo>
                          <a:pt x="411561" y="0"/>
                        </a:lnTo>
                        <a:lnTo>
                          <a:pt x="411561" y="21319"/>
                        </a:lnTo>
                        <a:lnTo>
                          <a:pt x="0" y="21319"/>
                        </a:lnTo>
                        <a:close/>
                      </a:path>
                    </a:pathLst>
                  </a:custGeom>
                  <a:solidFill>
                    <a:srgbClr val="888CEC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9" name="Google Shape;629;p38"/>
                  <p:cNvSpPr/>
                  <p:nvPr/>
                </p:nvSpPr>
                <p:spPr>
                  <a:xfrm>
                    <a:off x="4886728" y="2182996"/>
                    <a:ext cx="86225" cy="2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6225" h="21319" extrusionOk="0">
                        <a:moveTo>
                          <a:pt x="0" y="0"/>
                        </a:moveTo>
                        <a:lnTo>
                          <a:pt x="86226" y="0"/>
                        </a:lnTo>
                        <a:lnTo>
                          <a:pt x="86226" y="21319"/>
                        </a:lnTo>
                        <a:lnTo>
                          <a:pt x="0" y="21319"/>
                        </a:lnTo>
                        <a:close/>
                      </a:path>
                    </a:pathLst>
                  </a:custGeom>
                  <a:solidFill>
                    <a:srgbClr val="FFCC8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0" name="Google Shape;630;p38"/>
                  <p:cNvSpPr/>
                  <p:nvPr/>
                </p:nvSpPr>
                <p:spPr>
                  <a:xfrm>
                    <a:off x="4995832" y="2182996"/>
                    <a:ext cx="437293" cy="2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7293" h="21319" extrusionOk="0">
                        <a:moveTo>
                          <a:pt x="0" y="0"/>
                        </a:moveTo>
                        <a:lnTo>
                          <a:pt x="437294" y="0"/>
                        </a:lnTo>
                        <a:lnTo>
                          <a:pt x="437294" y="21319"/>
                        </a:lnTo>
                        <a:lnTo>
                          <a:pt x="0" y="21319"/>
                        </a:lnTo>
                        <a:close/>
                      </a:path>
                    </a:pathLst>
                  </a:custGeom>
                  <a:solidFill>
                    <a:srgbClr val="888CEC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1" name="Google Shape;631;p38"/>
                  <p:cNvSpPr/>
                  <p:nvPr/>
                </p:nvSpPr>
                <p:spPr>
                  <a:xfrm>
                    <a:off x="5086679" y="2223882"/>
                    <a:ext cx="126263" cy="2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6263" h="21319" extrusionOk="0">
                        <a:moveTo>
                          <a:pt x="0" y="0"/>
                        </a:moveTo>
                        <a:lnTo>
                          <a:pt x="126264" y="0"/>
                        </a:lnTo>
                        <a:lnTo>
                          <a:pt x="126264" y="21319"/>
                        </a:lnTo>
                        <a:lnTo>
                          <a:pt x="0" y="21319"/>
                        </a:lnTo>
                        <a:close/>
                      </a:path>
                    </a:pathLst>
                  </a:custGeom>
                  <a:solidFill>
                    <a:srgbClr val="FFCC8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2" name="Google Shape;632;p38"/>
                  <p:cNvSpPr/>
                  <p:nvPr/>
                </p:nvSpPr>
                <p:spPr>
                  <a:xfrm>
                    <a:off x="5241538" y="2223882"/>
                    <a:ext cx="335890" cy="2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5890" h="21319" extrusionOk="0">
                        <a:moveTo>
                          <a:pt x="0" y="0"/>
                        </a:moveTo>
                        <a:lnTo>
                          <a:pt x="335890" y="0"/>
                        </a:lnTo>
                        <a:lnTo>
                          <a:pt x="335890" y="21319"/>
                        </a:lnTo>
                        <a:lnTo>
                          <a:pt x="0" y="21319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3" name="Google Shape;633;p38"/>
                  <p:cNvSpPr/>
                  <p:nvPr/>
                </p:nvSpPr>
                <p:spPr>
                  <a:xfrm>
                    <a:off x="4936882" y="2264768"/>
                    <a:ext cx="147814" cy="2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7814" h="21319" extrusionOk="0">
                        <a:moveTo>
                          <a:pt x="0" y="0"/>
                        </a:moveTo>
                        <a:lnTo>
                          <a:pt x="147814" y="0"/>
                        </a:lnTo>
                        <a:lnTo>
                          <a:pt x="147814" y="21319"/>
                        </a:lnTo>
                        <a:lnTo>
                          <a:pt x="0" y="21319"/>
                        </a:lnTo>
                        <a:close/>
                      </a:path>
                    </a:pathLst>
                  </a:custGeom>
                  <a:solidFill>
                    <a:srgbClr val="FFCC8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4" name="Google Shape;634;p38"/>
                  <p:cNvSpPr/>
                  <p:nvPr/>
                </p:nvSpPr>
                <p:spPr>
                  <a:xfrm>
                    <a:off x="5109333" y="2264768"/>
                    <a:ext cx="394184" cy="2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4184" h="21319" extrusionOk="0">
                        <a:moveTo>
                          <a:pt x="0" y="0"/>
                        </a:moveTo>
                        <a:lnTo>
                          <a:pt x="394185" y="0"/>
                        </a:lnTo>
                        <a:lnTo>
                          <a:pt x="394185" y="21319"/>
                        </a:lnTo>
                        <a:lnTo>
                          <a:pt x="0" y="21319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5" name="Google Shape;635;p38"/>
                  <p:cNvSpPr/>
                  <p:nvPr/>
                </p:nvSpPr>
                <p:spPr>
                  <a:xfrm>
                    <a:off x="5005508" y="2305655"/>
                    <a:ext cx="270999" cy="2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0999" h="21319" extrusionOk="0">
                        <a:moveTo>
                          <a:pt x="0" y="0"/>
                        </a:moveTo>
                        <a:lnTo>
                          <a:pt x="271000" y="0"/>
                        </a:lnTo>
                        <a:lnTo>
                          <a:pt x="271000" y="21319"/>
                        </a:lnTo>
                        <a:lnTo>
                          <a:pt x="0" y="21319"/>
                        </a:lnTo>
                        <a:close/>
                      </a:path>
                    </a:pathLst>
                  </a:custGeom>
                  <a:solidFill>
                    <a:srgbClr val="FFCC8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6" name="Google Shape;636;p38"/>
                  <p:cNvSpPr/>
                  <p:nvPr/>
                </p:nvSpPr>
                <p:spPr>
                  <a:xfrm>
                    <a:off x="5301144" y="2305655"/>
                    <a:ext cx="330829" cy="2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0829" h="21319" extrusionOk="0">
                        <a:moveTo>
                          <a:pt x="0" y="0"/>
                        </a:moveTo>
                        <a:lnTo>
                          <a:pt x="330829" y="0"/>
                        </a:lnTo>
                        <a:lnTo>
                          <a:pt x="330829" y="21319"/>
                        </a:lnTo>
                        <a:lnTo>
                          <a:pt x="0" y="21319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7" name="Google Shape;637;p38"/>
                  <p:cNvSpPr/>
                  <p:nvPr/>
                </p:nvSpPr>
                <p:spPr>
                  <a:xfrm>
                    <a:off x="4989891" y="2346541"/>
                    <a:ext cx="200167" cy="2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0167" h="21319" extrusionOk="0">
                        <a:moveTo>
                          <a:pt x="0" y="0"/>
                        </a:moveTo>
                        <a:lnTo>
                          <a:pt x="200167" y="0"/>
                        </a:lnTo>
                        <a:lnTo>
                          <a:pt x="200167" y="21319"/>
                        </a:lnTo>
                        <a:lnTo>
                          <a:pt x="0" y="21319"/>
                        </a:lnTo>
                        <a:close/>
                      </a:path>
                    </a:pathLst>
                  </a:custGeom>
                  <a:solidFill>
                    <a:srgbClr val="FFCC8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8" name="Google Shape;638;p38"/>
                  <p:cNvSpPr/>
                  <p:nvPr/>
                </p:nvSpPr>
                <p:spPr>
                  <a:xfrm>
                    <a:off x="5223938" y="2346541"/>
                    <a:ext cx="328853" cy="2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8853" h="21319" extrusionOk="0">
                        <a:moveTo>
                          <a:pt x="0" y="0"/>
                        </a:moveTo>
                        <a:lnTo>
                          <a:pt x="328854" y="0"/>
                        </a:lnTo>
                        <a:lnTo>
                          <a:pt x="328854" y="21319"/>
                        </a:lnTo>
                        <a:lnTo>
                          <a:pt x="0" y="21319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9" name="Google Shape;639;p38"/>
                  <p:cNvSpPr/>
                  <p:nvPr/>
                </p:nvSpPr>
                <p:spPr>
                  <a:xfrm>
                    <a:off x="4936882" y="2387428"/>
                    <a:ext cx="197088" cy="2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7088" h="21319" extrusionOk="0">
                        <a:moveTo>
                          <a:pt x="0" y="0"/>
                        </a:moveTo>
                        <a:lnTo>
                          <a:pt x="197089" y="0"/>
                        </a:lnTo>
                        <a:lnTo>
                          <a:pt x="197089" y="21319"/>
                        </a:lnTo>
                        <a:lnTo>
                          <a:pt x="0" y="21319"/>
                        </a:lnTo>
                        <a:close/>
                      </a:path>
                    </a:pathLst>
                  </a:custGeom>
                  <a:solidFill>
                    <a:srgbClr val="FFCC8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40" name="Google Shape;640;p38"/>
                  <p:cNvSpPr/>
                  <p:nvPr/>
                </p:nvSpPr>
                <p:spPr>
                  <a:xfrm>
                    <a:off x="5158607" y="2387428"/>
                    <a:ext cx="358984" cy="2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8984" h="21319" extrusionOk="0">
                        <a:moveTo>
                          <a:pt x="0" y="0"/>
                        </a:moveTo>
                        <a:lnTo>
                          <a:pt x="358984" y="0"/>
                        </a:lnTo>
                        <a:lnTo>
                          <a:pt x="358984" y="21319"/>
                        </a:lnTo>
                        <a:lnTo>
                          <a:pt x="0" y="21319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41" name="Google Shape;641;p38"/>
                  <p:cNvSpPr/>
                  <p:nvPr/>
                </p:nvSpPr>
                <p:spPr>
                  <a:xfrm>
                    <a:off x="4928965" y="2428314"/>
                    <a:ext cx="135499" cy="2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5499" h="21319" extrusionOk="0">
                        <a:moveTo>
                          <a:pt x="0" y="0"/>
                        </a:moveTo>
                        <a:lnTo>
                          <a:pt x="135500" y="0"/>
                        </a:lnTo>
                        <a:lnTo>
                          <a:pt x="135500" y="21319"/>
                        </a:lnTo>
                        <a:lnTo>
                          <a:pt x="0" y="21319"/>
                        </a:lnTo>
                        <a:close/>
                      </a:path>
                    </a:pathLst>
                  </a:custGeom>
                  <a:solidFill>
                    <a:srgbClr val="FFCC8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42" name="Google Shape;642;p38"/>
                  <p:cNvSpPr/>
                  <p:nvPr/>
                </p:nvSpPr>
                <p:spPr>
                  <a:xfrm>
                    <a:off x="5094380" y="2428314"/>
                    <a:ext cx="370427" cy="2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0427" h="21319" extrusionOk="0">
                        <a:moveTo>
                          <a:pt x="0" y="0"/>
                        </a:moveTo>
                        <a:lnTo>
                          <a:pt x="370427" y="0"/>
                        </a:lnTo>
                        <a:lnTo>
                          <a:pt x="370427" y="21319"/>
                        </a:lnTo>
                        <a:lnTo>
                          <a:pt x="0" y="21319"/>
                        </a:lnTo>
                        <a:close/>
                      </a:path>
                    </a:pathLst>
                  </a:custGeom>
                  <a:solidFill>
                    <a:srgbClr val="888CEC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43" name="Google Shape;643;p38"/>
                  <p:cNvSpPr/>
                  <p:nvPr/>
                </p:nvSpPr>
                <p:spPr>
                  <a:xfrm>
                    <a:off x="4889807" y="2469200"/>
                    <a:ext cx="129342" cy="2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9342" h="21319" extrusionOk="0">
                        <a:moveTo>
                          <a:pt x="0" y="0"/>
                        </a:moveTo>
                        <a:lnTo>
                          <a:pt x="129342" y="0"/>
                        </a:lnTo>
                        <a:lnTo>
                          <a:pt x="129342" y="21319"/>
                        </a:lnTo>
                        <a:lnTo>
                          <a:pt x="0" y="21319"/>
                        </a:lnTo>
                        <a:close/>
                      </a:path>
                    </a:pathLst>
                  </a:custGeom>
                  <a:solidFill>
                    <a:srgbClr val="FFCC8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44" name="Google Shape;644;p38"/>
                  <p:cNvSpPr/>
                  <p:nvPr/>
                </p:nvSpPr>
                <p:spPr>
                  <a:xfrm>
                    <a:off x="5041147" y="2469200"/>
                    <a:ext cx="501089" cy="2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1089" h="21319" extrusionOk="0">
                        <a:moveTo>
                          <a:pt x="0" y="0"/>
                        </a:moveTo>
                        <a:lnTo>
                          <a:pt x="501089" y="0"/>
                        </a:lnTo>
                        <a:lnTo>
                          <a:pt x="501089" y="21319"/>
                        </a:lnTo>
                        <a:lnTo>
                          <a:pt x="0" y="21319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45" name="Google Shape;645;p38"/>
                  <p:cNvSpPr/>
                  <p:nvPr/>
                </p:nvSpPr>
                <p:spPr>
                  <a:xfrm>
                    <a:off x="5105815" y="2510087"/>
                    <a:ext cx="147814" cy="2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7814" h="21319" extrusionOk="0">
                        <a:moveTo>
                          <a:pt x="0" y="0"/>
                        </a:moveTo>
                        <a:lnTo>
                          <a:pt x="147815" y="0"/>
                        </a:lnTo>
                        <a:lnTo>
                          <a:pt x="147815" y="21319"/>
                        </a:lnTo>
                        <a:lnTo>
                          <a:pt x="0" y="21319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46" name="Google Shape;646;p38"/>
                  <p:cNvSpPr/>
                  <p:nvPr/>
                </p:nvSpPr>
                <p:spPr>
                  <a:xfrm>
                    <a:off x="5281793" y="2510087"/>
                    <a:ext cx="351947" cy="2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1947" h="21319" extrusionOk="0">
                        <a:moveTo>
                          <a:pt x="0" y="0"/>
                        </a:moveTo>
                        <a:lnTo>
                          <a:pt x="351947" y="0"/>
                        </a:lnTo>
                        <a:lnTo>
                          <a:pt x="351947" y="21319"/>
                        </a:lnTo>
                        <a:lnTo>
                          <a:pt x="0" y="21319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647" name="Google Shape;647;p38"/>
                  <p:cNvGrpSpPr/>
                  <p:nvPr/>
                </p:nvGrpSpPr>
                <p:grpSpPr>
                  <a:xfrm>
                    <a:off x="4725496" y="1929187"/>
                    <a:ext cx="952486" cy="26760"/>
                    <a:chOff x="4725496" y="1929187"/>
                    <a:chExt cx="952486" cy="26760"/>
                  </a:xfrm>
                </p:grpSpPr>
                <p:sp>
                  <p:nvSpPr>
                    <p:cNvPr id="648" name="Google Shape;648;p38"/>
                    <p:cNvSpPr/>
                    <p:nvPr/>
                  </p:nvSpPr>
                  <p:spPr>
                    <a:xfrm>
                      <a:off x="4726017" y="1929708"/>
                      <a:ext cx="951435" cy="2571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51435" h="25717" extrusionOk="0">
                          <a:moveTo>
                            <a:pt x="0" y="0"/>
                          </a:moveTo>
                          <a:lnTo>
                            <a:pt x="951436" y="0"/>
                          </a:lnTo>
                          <a:lnTo>
                            <a:pt x="951436" y="25717"/>
                          </a:lnTo>
                          <a:lnTo>
                            <a:pt x="0" y="25717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49" name="Google Shape;649;p38"/>
                    <p:cNvSpPr/>
                    <p:nvPr/>
                  </p:nvSpPr>
                  <p:spPr>
                    <a:xfrm>
                      <a:off x="4725496" y="1929187"/>
                      <a:ext cx="952486" cy="2676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52486" h="26760" extrusionOk="0">
                          <a:moveTo>
                            <a:pt x="952479" y="26761"/>
                          </a:moveTo>
                          <a:lnTo>
                            <a:pt x="0" y="26761"/>
                          </a:lnTo>
                          <a:lnTo>
                            <a:pt x="0" y="0"/>
                          </a:lnTo>
                          <a:lnTo>
                            <a:pt x="952487" y="0"/>
                          </a:lnTo>
                          <a:lnTo>
                            <a:pt x="952487" y="26761"/>
                          </a:lnTo>
                          <a:close/>
                          <a:moveTo>
                            <a:pt x="1051" y="25710"/>
                          </a:moveTo>
                          <a:lnTo>
                            <a:pt x="951436" y="25710"/>
                          </a:lnTo>
                          <a:lnTo>
                            <a:pt x="951436" y="1051"/>
                          </a:lnTo>
                          <a:lnTo>
                            <a:pt x="1051" y="1051"/>
                          </a:lnTo>
                          <a:lnTo>
                            <a:pt x="1051" y="2571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sp>
              <p:nvSpPr>
                <p:cNvPr id="650" name="Google Shape;650;p38"/>
                <p:cNvSpPr/>
                <p:nvPr/>
              </p:nvSpPr>
              <p:spPr>
                <a:xfrm>
                  <a:off x="4528675" y="1849874"/>
                  <a:ext cx="951435" cy="6449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1435" h="644932" extrusionOk="0">
                      <a:moveTo>
                        <a:pt x="0" y="0"/>
                      </a:moveTo>
                      <a:lnTo>
                        <a:pt x="951436" y="0"/>
                      </a:lnTo>
                      <a:lnTo>
                        <a:pt x="951436" y="644932"/>
                      </a:lnTo>
                      <a:lnTo>
                        <a:pt x="0" y="644932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651" name="Google Shape;651;p38"/>
                <p:cNvGrpSpPr/>
                <p:nvPr/>
              </p:nvGrpSpPr>
              <p:grpSpPr>
                <a:xfrm>
                  <a:off x="4526052" y="1847250"/>
                  <a:ext cx="956691" cy="650187"/>
                  <a:chOff x="4526052" y="1847250"/>
                  <a:chExt cx="956691" cy="650187"/>
                </a:xfrm>
              </p:grpSpPr>
              <p:grpSp>
                <p:nvGrpSpPr>
                  <p:cNvPr id="652" name="Google Shape;652;p38"/>
                  <p:cNvGrpSpPr/>
                  <p:nvPr/>
                </p:nvGrpSpPr>
                <p:grpSpPr>
                  <a:xfrm>
                    <a:off x="4526052" y="1847250"/>
                    <a:ext cx="956691" cy="650187"/>
                    <a:chOff x="4526052" y="1847250"/>
                    <a:chExt cx="956691" cy="650187"/>
                  </a:xfrm>
                </p:grpSpPr>
                <p:sp>
                  <p:nvSpPr>
                    <p:cNvPr id="653" name="Google Shape;653;p38"/>
                    <p:cNvSpPr/>
                    <p:nvPr/>
                  </p:nvSpPr>
                  <p:spPr>
                    <a:xfrm>
                      <a:off x="4528675" y="1849874"/>
                      <a:ext cx="951435" cy="64493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51435" h="644932" extrusionOk="0">
                          <a:moveTo>
                            <a:pt x="0" y="0"/>
                          </a:moveTo>
                          <a:lnTo>
                            <a:pt x="951436" y="0"/>
                          </a:lnTo>
                          <a:lnTo>
                            <a:pt x="951436" y="644932"/>
                          </a:lnTo>
                          <a:lnTo>
                            <a:pt x="0" y="644932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54" name="Google Shape;654;p38"/>
                    <p:cNvSpPr/>
                    <p:nvPr/>
                  </p:nvSpPr>
                  <p:spPr>
                    <a:xfrm>
                      <a:off x="4526052" y="1847250"/>
                      <a:ext cx="956691" cy="65018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56691" h="650187" extrusionOk="0">
                          <a:moveTo>
                            <a:pt x="956683" y="650187"/>
                          </a:moveTo>
                          <a:lnTo>
                            <a:pt x="0" y="650187"/>
                          </a:lnTo>
                          <a:lnTo>
                            <a:pt x="0" y="0"/>
                          </a:lnTo>
                          <a:lnTo>
                            <a:pt x="956691" y="0"/>
                          </a:lnTo>
                          <a:lnTo>
                            <a:pt x="956691" y="650187"/>
                          </a:lnTo>
                          <a:close/>
                          <a:moveTo>
                            <a:pt x="5255" y="644932"/>
                          </a:moveTo>
                          <a:lnTo>
                            <a:pt x="951435" y="644932"/>
                          </a:lnTo>
                          <a:lnTo>
                            <a:pt x="951435" y="5255"/>
                          </a:lnTo>
                          <a:lnTo>
                            <a:pt x="5255" y="5255"/>
                          </a:lnTo>
                          <a:lnTo>
                            <a:pt x="5255" y="644932"/>
                          </a:lnTo>
                          <a:close/>
                        </a:path>
                      </a:pathLst>
                    </a:custGeom>
                    <a:solidFill>
                      <a:srgbClr val="30384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655" name="Google Shape;655;p38"/>
                  <p:cNvSpPr/>
                  <p:nvPr/>
                </p:nvSpPr>
                <p:spPr>
                  <a:xfrm>
                    <a:off x="4556525" y="1900823"/>
                    <a:ext cx="49274" cy="2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274" h="21319" extrusionOk="0">
                        <a:moveTo>
                          <a:pt x="0" y="0"/>
                        </a:moveTo>
                        <a:lnTo>
                          <a:pt x="49274" y="0"/>
                        </a:lnTo>
                        <a:lnTo>
                          <a:pt x="49274" y="21319"/>
                        </a:lnTo>
                        <a:lnTo>
                          <a:pt x="0" y="21319"/>
                        </a:lnTo>
                        <a:close/>
                      </a:path>
                    </a:pathLst>
                  </a:custGeom>
                  <a:solidFill>
                    <a:srgbClr val="B9BBB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56" name="Google Shape;656;p38"/>
                  <p:cNvSpPr/>
                  <p:nvPr/>
                </p:nvSpPr>
                <p:spPr>
                  <a:xfrm>
                    <a:off x="4556525" y="1941710"/>
                    <a:ext cx="49274" cy="2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274" h="21319" extrusionOk="0">
                        <a:moveTo>
                          <a:pt x="0" y="0"/>
                        </a:moveTo>
                        <a:lnTo>
                          <a:pt x="49274" y="0"/>
                        </a:lnTo>
                        <a:lnTo>
                          <a:pt x="49274" y="21319"/>
                        </a:lnTo>
                        <a:lnTo>
                          <a:pt x="0" y="21319"/>
                        </a:lnTo>
                        <a:close/>
                      </a:path>
                    </a:pathLst>
                  </a:custGeom>
                  <a:solidFill>
                    <a:srgbClr val="B9BBB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57" name="Google Shape;657;p38"/>
                  <p:cNvSpPr/>
                  <p:nvPr/>
                </p:nvSpPr>
                <p:spPr>
                  <a:xfrm>
                    <a:off x="4556525" y="1982596"/>
                    <a:ext cx="49274" cy="2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274" h="21319" extrusionOk="0">
                        <a:moveTo>
                          <a:pt x="0" y="0"/>
                        </a:moveTo>
                        <a:lnTo>
                          <a:pt x="49274" y="0"/>
                        </a:lnTo>
                        <a:lnTo>
                          <a:pt x="49274" y="21319"/>
                        </a:lnTo>
                        <a:lnTo>
                          <a:pt x="0" y="21319"/>
                        </a:lnTo>
                        <a:close/>
                      </a:path>
                    </a:pathLst>
                  </a:custGeom>
                  <a:solidFill>
                    <a:srgbClr val="B9BBB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58" name="Google Shape;658;p38"/>
                  <p:cNvSpPr/>
                  <p:nvPr/>
                </p:nvSpPr>
                <p:spPr>
                  <a:xfrm>
                    <a:off x="4556525" y="2023483"/>
                    <a:ext cx="49274" cy="2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274" h="21319" extrusionOk="0">
                        <a:moveTo>
                          <a:pt x="0" y="0"/>
                        </a:moveTo>
                        <a:lnTo>
                          <a:pt x="49274" y="0"/>
                        </a:lnTo>
                        <a:lnTo>
                          <a:pt x="49274" y="21319"/>
                        </a:lnTo>
                        <a:lnTo>
                          <a:pt x="0" y="21319"/>
                        </a:lnTo>
                        <a:close/>
                      </a:path>
                    </a:pathLst>
                  </a:custGeom>
                  <a:solidFill>
                    <a:srgbClr val="B9BBB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59" name="Google Shape;659;p38"/>
                  <p:cNvSpPr/>
                  <p:nvPr/>
                </p:nvSpPr>
                <p:spPr>
                  <a:xfrm>
                    <a:off x="4556525" y="2064369"/>
                    <a:ext cx="49274" cy="2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274" h="21319" extrusionOk="0">
                        <a:moveTo>
                          <a:pt x="0" y="0"/>
                        </a:moveTo>
                        <a:lnTo>
                          <a:pt x="49274" y="0"/>
                        </a:lnTo>
                        <a:lnTo>
                          <a:pt x="49274" y="21319"/>
                        </a:lnTo>
                        <a:lnTo>
                          <a:pt x="0" y="21319"/>
                        </a:lnTo>
                        <a:close/>
                      </a:path>
                    </a:pathLst>
                  </a:custGeom>
                  <a:solidFill>
                    <a:srgbClr val="B9BBB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0" name="Google Shape;660;p38"/>
                  <p:cNvSpPr/>
                  <p:nvPr/>
                </p:nvSpPr>
                <p:spPr>
                  <a:xfrm>
                    <a:off x="4556525" y="2105255"/>
                    <a:ext cx="49274" cy="2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274" h="21319" extrusionOk="0">
                        <a:moveTo>
                          <a:pt x="0" y="0"/>
                        </a:moveTo>
                        <a:lnTo>
                          <a:pt x="49274" y="0"/>
                        </a:lnTo>
                        <a:lnTo>
                          <a:pt x="49274" y="21319"/>
                        </a:lnTo>
                        <a:lnTo>
                          <a:pt x="0" y="21319"/>
                        </a:lnTo>
                        <a:close/>
                      </a:path>
                    </a:pathLst>
                  </a:custGeom>
                  <a:solidFill>
                    <a:srgbClr val="B9BBB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1" name="Google Shape;661;p38"/>
                  <p:cNvSpPr/>
                  <p:nvPr/>
                </p:nvSpPr>
                <p:spPr>
                  <a:xfrm>
                    <a:off x="4556525" y="2146142"/>
                    <a:ext cx="49274" cy="2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274" h="21319" extrusionOk="0">
                        <a:moveTo>
                          <a:pt x="0" y="0"/>
                        </a:moveTo>
                        <a:lnTo>
                          <a:pt x="49274" y="0"/>
                        </a:lnTo>
                        <a:lnTo>
                          <a:pt x="49274" y="21319"/>
                        </a:lnTo>
                        <a:lnTo>
                          <a:pt x="0" y="21319"/>
                        </a:lnTo>
                        <a:close/>
                      </a:path>
                    </a:pathLst>
                  </a:custGeom>
                  <a:solidFill>
                    <a:srgbClr val="B9BBB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2" name="Google Shape;662;p38"/>
                  <p:cNvSpPr/>
                  <p:nvPr/>
                </p:nvSpPr>
                <p:spPr>
                  <a:xfrm>
                    <a:off x="4556525" y="2187028"/>
                    <a:ext cx="49274" cy="2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274" h="21319" extrusionOk="0">
                        <a:moveTo>
                          <a:pt x="0" y="0"/>
                        </a:moveTo>
                        <a:lnTo>
                          <a:pt x="49274" y="0"/>
                        </a:lnTo>
                        <a:lnTo>
                          <a:pt x="49274" y="21319"/>
                        </a:lnTo>
                        <a:lnTo>
                          <a:pt x="0" y="21319"/>
                        </a:lnTo>
                        <a:close/>
                      </a:path>
                    </a:pathLst>
                  </a:custGeom>
                  <a:solidFill>
                    <a:srgbClr val="B9BBB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3" name="Google Shape;663;p38"/>
                  <p:cNvSpPr/>
                  <p:nvPr/>
                </p:nvSpPr>
                <p:spPr>
                  <a:xfrm>
                    <a:off x="4556525" y="2227915"/>
                    <a:ext cx="49274" cy="2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274" h="21319" extrusionOk="0">
                        <a:moveTo>
                          <a:pt x="0" y="0"/>
                        </a:moveTo>
                        <a:lnTo>
                          <a:pt x="49274" y="0"/>
                        </a:lnTo>
                        <a:lnTo>
                          <a:pt x="49274" y="21319"/>
                        </a:lnTo>
                        <a:lnTo>
                          <a:pt x="0" y="21319"/>
                        </a:lnTo>
                        <a:close/>
                      </a:path>
                    </a:pathLst>
                  </a:custGeom>
                  <a:solidFill>
                    <a:srgbClr val="B9BBB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4" name="Google Shape;664;p38"/>
                  <p:cNvSpPr/>
                  <p:nvPr/>
                </p:nvSpPr>
                <p:spPr>
                  <a:xfrm>
                    <a:off x="4556525" y="2268801"/>
                    <a:ext cx="49274" cy="2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274" h="21319" extrusionOk="0">
                        <a:moveTo>
                          <a:pt x="0" y="0"/>
                        </a:moveTo>
                        <a:lnTo>
                          <a:pt x="49274" y="0"/>
                        </a:lnTo>
                        <a:lnTo>
                          <a:pt x="49274" y="21319"/>
                        </a:lnTo>
                        <a:lnTo>
                          <a:pt x="0" y="21319"/>
                        </a:lnTo>
                        <a:close/>
                      </a:path>
                    </a:pathLst>
                  </a:custGeom>
                  <a:solidFill>
                    <a:srgbClr val="B9BBB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5" name="Google Shape;665;p38"/>
                  <p:cNvSpPr/>
                  <p:nvPr/>
                </p:nvSpPr>
                <p:spPr>
                  <a:xfrm>
                    <a:off x="4556525" y="2309688"/>
                    <a:ext cx="49274" cy="2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274" h="21319" extrusionOk="0">
                        <a:moveTo>
                          <a:pt x="0" y="0"/>
                        </a:moveTo>
                        <a:lnTo>
                          <a:pt x="49274" y="0"/>
                        </a:lnTo>
                        <a:lnTo>
                          <a:pt x="49274" y="21319"/>
                        </a:lnTo>
                        <a:lnTo>
                          <a:pt x="0" y="21319"/>
                        </a:lnTo>
                        <a:close/>
                      </a:path>
                    </a:pathLst>
                  </a:custGeom>
                  <a:solidFill>
                    <a:srgbClr val="B9BBB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6" name="Google Shape;666;p38"/>
                  <p:cNvSpPr/>
                  <p:nvPr/>
                </p:nvSpPr>
                <p:spPr>
                  <a:xfrm>
                    <a:off x="4556525" y="2350574"/>
                    <a:ext cx="49274" cy="2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274" h="21319" extrusionOk="0">
                        <a:moveTo>
                          <a:pt x="0" y="0"/>
                        </a:moveTo>
                        <a:lnTo>
                          <a:pt x="49274" y="0"/>
                        </a:lnTo>
                        <a:lnTo>
                          <a:pt x="49274" y="21319"/>
                        </a:lnTo>
                        <a:lnTo>
                          <a:pt x="0" y="21319"/>
                        </a:lnTo>
                        <a:close/>
                      </a:path>
                    </a:pathLst>
                  </a:custGeom>
                  <a:solidFill>
                    <a:srgbClr val="B9BBB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7" name="Google Shape;667;p38"/>
                  <p:cNvSpPr/>
                  <p:nvPr/>
                </p:nvSpPr>
                <p:spPr>
                  <a:xfrm>
                    <a:off x="4556525" y="2391460"/>
                    <a:ext cx="49274" cy="2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274" h="21319" extrusionOk="0">
                        <a:moveTo>
                          <a:pt x="0" y="0"/>
                        </a:moveTo>
                        <a:lnTo>
                          <a:pt x="49274" y="0"/>
                        </a:lnTo>
                        <a:lnTo>
                          <a:pt x="49274" y="21319"/>
                        </a:lnTo>
                        <a:lnTo>
                          <a:pt x="0" y="21319"/>
                        </a:lnTo>
                        <a:close/>
                      </a:path>
                    </a:pathLst>
                  </a:custGeom>
                  <a:solidFill>
                    <a:srgbClr val="B9BBB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8" name="Google Shape;668;p38"/>
                  <p:cNvSpPr/>
                  <p:nvPr/>
                </p:nvSpPr>
                <p:spPr>
                  <a:xfrm>
                    <a:off x="4556525" y="2432347"/>
                    <a:ext cx="49274" cy="2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274" h="21319" extrusionOk="0">
                        <a:moveTo>
                          <a:pt x="0" y="0"/>
                        </a:moveTo>
                        <a:lnTo>
                          <a:pt x="49274" y="0"/>
                        </a:lnTo>
                        <a:lnTo>
                          <a:pt x="49274" y="21319"/>
                        </a:lnTo>
                        <a:lnTo>
                          <a:pt x="0" y="21319"/>
                        </a:lnTo>
                        <a:close/>
                      </a:path>
                    </a:pathLst>
                  </a:custGeom>
                  <a:solidFill>
                    <a:srgbClr val="B9BBB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9" name="Google Shape;669;p38"/>
                  <p:cNvSpPr/>
                  <p:nvPr/>
                </p:nvSpPr>
                <p:spPr>
                  <a:xfrm>
                    <a:off x="4721060" y="1900823"/>
                    <a:ext cx="86225" cy="2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6225" h="21319" extrusionOk="0">
                        <a:moveTo>
                          <a:pt x="0" y="0"/>
                        </a:moveTo>
                        <a:lnTo>
                          <a:pt x="86226" y="0"/>
                        </a:lnTo>
                        <a:lnTo>
                          <a:pt x="86226" y="21319"/>
                        </a:lnTo>
                        <a:lnTo>
                          <a:pt x="0" y="21319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70" name="Google Shape;670;p38"/>
                  <p:cNvSpPr/>
                  <p:nvPr/>
                </p:nvSpPr>
                <p:spPr>
                  <a:xfrm>
                    <a:off x="4830164" y="1900823"/>
                    <a:ext cx="405619" cy="2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5619" h="21319" extrusionOk="0">
                        <a:moveTo>
                          <a:pt x="0" y="0"/>
                        </a:moveTo>
                        <a:lnTo>
                          <a:pt x="405620" y="0"/>
                        </a:lnTo>
                        <a:lnTo>
                          <a:pt x="405620" y="21319"/>
                        </a:lnTo>
                        <a:lnTo>
                          <a:pt x="0" y="21319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71" name="Google Shape;671;p38"/>
                  <p:cNvSpPr/>
                  <p:nvPr/>
                </p:nvSpPr>
                <p:spPr>
                  <a:xfrm>
                    <a:off x="4690706" y="1941710"/>
                    <a:ext cx="104705" cy="2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4705" h="21319" extrusionOk="0">
                        <a:moveTo>
                          <a:pt x="0" y="0"/>
                        </a:moveTo>
                        <a:lnTo>
                          <a:pt x="104705" y="0"/>
                        </a:lnTo>
                        <a:lnTo>
                          <a:pt x="104705" y="21319"/>
                        </a:lnTo>
                        <a:lnTo>
                          <a:pt x="0" y="21319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72" name="Google Shape;672;p38"/>
                  <p:cNvSpPr/>
                  <p:nvPr/>
                </p:nvSpPr>
                <p:spPr>
                  <a:xfrm>
                    <a:off x="4820928" y="1941710"/>
                    <a:ext cx="453134" cy="2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3134" h="21319" extrusionOk="0">
                        <a:moveTo>
                          <a:pt x="0" y="0"/>
                        </a:moveTo>
                        <a:lnTo>
                          <a:pt x="453135" y="0"/>
                        </a:lnTo>
                        <a:lnTo>
                          <a:pt x="453135" y="21319"/>
                        </a:lnTo>
                        <a:lnTo>
                          <a:pt x="0" y="21319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73" name="Google Shape;673;p38"/>
                  <p:cNvSpPr/>
                  <p:nvPr/>
                </p:nvSpPr>
                <p:spPr>
                  <a:xfrm>
                    <a:off x="4795851" y="1982596"/>
                    <a:ext cx="147814" cy="2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7814" h="21319" extrusionOk="0">
                        <a:moveTo>
                          <a:pt x="0" y="0"/>
                        </a:moveTo>
                        <a:lnTo>
                          <a:pt x="147815" y="0"/>
                        </a:lnTo>
                        <a:lnTo>
                          <a:pt x="147815" y="21319"/>
                        </a:lnTo>
                        <a:lnTo>
                          <a:pt x="0" y="21319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74" name="Google Shape;674;p38"/>
                  <p:cNvSpPr/>
                  <p:nvPr/>
                </p:nvSpPr>
                <p:spPr>
                  <a:xfrm>
                    <a:off x="4964784" y="1982596"/>
                    <a:ext cx="358984" cy="2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8984" h="21319" extrusionOk="0">
                        <a:moveTo>
                          <a:pt x="0" y="0"/>
                        </a:moveTo>
                        <a:lnTo>
                          <a:pt x="358985" y="0"/>
                        </a:lnTo>
                        <a:lnTo>
                          <a:pt x="358985" y="21319"/>
                        </a:lnTo>
                        <a:lnTo>
                          <a:pt x="0" y="21319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75" name="Google Shape;675;p38"/>
                  <p:cNvSpPr/>
                  <p:nvPr/>
                </p:nvSpPr>
                <p:spPr>
                  <a:xfrm>
                    <a:off x="4872841" y="2023483"/>
                    <a:ext cx="141657" cy="2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1657" h="21319" extrusionOk="0">
                        <a:moveTo>
                          <a:pt x="0" y="0"/>
                        </a:moveTo>
                        <a:lnTo>
                          <a:pt x="141657" y="0"/>
                        </a:lnTo>
                        <a:lnTo>
                          <a:pt x="141657" y="21319"/>
                        </a:lnTo>
                        <a:lnTo>
                          <a:pt x="0" y="21319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76" name="Google Shape;676;p38"/>
                  <p:cNvSpPr/>
                  <p:nvPr/>
                </p:nvSpPr>
                <p:spPr>
                  <a:xfrm>
                    <a:off x="5041774" y="2023483"/>
                    <a:ext cx="359424" cy="2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9424" h="21319" extrusionOk="0">
                        <a:moveTo>
                          <a:pt x="0" y="0"/>
                        </a:moveTo>
                        <a:lnTo>
                          <a:pt x="359424" y="0"/>
                        </a:lnTo>
                        <a:lnTo>
                          <a:pt x="359424" y="21319"/>
                        </a:lnTo>
                        <a:lnTo>
                          <a:pt x="0" y="21319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77" name="Google Shape;677;p38"/>
                  <p:cNvSpPr/>
                  <p:nvPr/>
                </p:nvSpPr>
                <p:spPr>
                  <a:xfrm>
                    <a:off x="4732719" y="2064369"/>
                    <a:ext cx="101626" cy="2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1626" h="21319" extrusionOk="0">
                        <a:moveTo>
                          <a:pt x="0" y="0"/>
                        </a:moveTo>
                        <a:lnTo>
                          <a:pt x="101627" y="0"/>
                        </a:lnTo>
                        <a:lnTo>
                          <a:pt x="101627" y="21319"/>
                        </a:lnTo>
                        <a:lnTo>
                          <a:pt x="0" y="21319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78" name="Google Shape;678;p38"/>
                  <p:cNvSpPr/>
                  <p:nvPr/>
                </p:nvSpPr>
                <p:spPr>
                  <a:xfrm>
                    <a:off x="4859423" y="2064369"/>
                    <a:ext cx="411561" cy="2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1561" h="21319" extrusionOk="0">
                        <a:moveTo>
                          <a:pt x="0" y="0"/>
                        </a:moveTo>
                        <a:lnTo>
                          <a:pt x="411561" y="0"/>
                        </a:lnTo>
                        <a:lnTo>
                          <a:pt x="411561" y="21319"/>
                        </a:lnTo>
                        <a:lnTo>
                          <a:pt x="0" y="21319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79" name="Google Shape;679;p38"/>
                  <p:cNvSpPr/>
                  <p:nvPr/>
                </p:nvSpPr>
                <p:spPr>
                  <a:xfrm>
                    <a:off x="4689386" y="2105255"/>
                    <a:ext cx="86225" cy="2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6225" h="21319" extrusionOk="0">
                        <a:moveTo>
                          <a:pt x="0" y="0"/>
                        </a:moveTo>
                        <a:lnTo>
                          <a:pt x="86226" y="0"/>
                        </a:lnTo>
                        <a:lnTo>
                          <a:pt x="86226" y="21319"/>
                        </a:lnTo>
                        <a:lnTo>
                          <a:pt x="0" y="21319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80" name="Google Shape;680;p38"/>
                  <p:cNvSpPr/>
                  <p:nvPr/>
                </p:nvSpPr>
                <p:spPr>
                  <a:xfrm>
                    <a:off x="4798490" y="2105255"/>
                    <a:ext cx="437293" cy="2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7293" h="21319" extrusionOk="0">
                        <a:moveTo>
                          <a:pt x="0" y="0"/>
                        </a:moveTo>
                        <a:lnTo>
                          <a:pt x="437294" y="0"/>
                        </a:lnTo>
                        <a:lnTo>
                          <a:pt x="437294" y="21319"/>
                        </a:lnTo>
                        <a:lnTo>
                          <a:pt x="0" y="21319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81" name="Google Shape;681;p38"/>
                  <p:cNvSpPr/>
                  <p:nvPr/>
                </p:nvSpPr>
                <p:spPr>
                  <a:xfrm>
                    <a:off x="4889337" y="2146142"/>
                    <a:ext cx="126263" cy="2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6263" h="21319" extrusionOk="0">
                        <a:moveTo>
                          <a:pt x="0" y="0"/>
                        </a:moveTo>
                        <a:lnTo>
                          <a:pt x="126264" y="0"/>
                        </a:lnTo>
                        <a:lnTo>
                          <a:pt x="126264" y="21319"/>
                        </a:lnTo>
                        <a:lnTo>
                          <a:pt x="0" y="21319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82" name="Google Shape;682;p38"/>
                  <p:cNvSpPr/>
                  <p:nvPr/>
                </p:nvSpPr>
                <p:spPr>
                  <a:xfrm>
                    <a:off x="5044196" y="2146142"/>
                    <a:ext cx="335890" cy="2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5890" h="21319" extrusionOk="0">
                        <a:moveTo>
                          <a:pt x="0" y="0"/>
                        </a:moveTo>
                        <a:lnTo>
                          <a:pt x="335890" y="0"/>
                        </a:lnTo>
                        <a:lnTo>
                          <a:pt x="335890" y="21319"/>
                        </a:lnTo>
                        <a:lnTo>
                          <a:pt x="0" y="21319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83" name="Google Shape;683;p38"/>
                  <p:cNvSpPr/>
                  <p:nvPr/>
                </p:nvSpPr>
                <p:spPr>
                  <a:xfrm>
                    <a:off x="4739540" y="2187028"/>
                    <a:ext cx="147814" cy="2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7814" h="21319" extrusionOk="0">
                        <a:moveTo>
                          <a:pt x="0" y="0"/>
                        </a:moveTo>
                        <a:lnTo>
                          <a:pt x="147815" y="0"/>
                        </a:lnTo>
                        <a:lnTo>
                          <a:pt x="147815" y="21319"/>
                        </a:lnTo>
                        <a:lnTo>
                          <a:pt x="0" y="21319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84" name="Google Shape;684;p38"/>
                  <p:cNvSpPr/>
                  <p:nvPr/>
                </p:nvSpPr>
                <p:spPr>
                  <a:xfrm>
                    <a:off x="4911991" y="2187028"/>
                    <a:ext cx="394184" cy="2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4184" h="21319" extrusionOk="0">
                        <a:moveTo>
                          <a:pt x="0" y="0"/>
                        </a:moveTo>
                        <a:lnTo>
                          <a:pt x="394185" y="0"/>
                        </a:lnTo>
                        <a:lnTo>
                          <a:pt x="394185" y="21319"/>
                        </a:lnTo>
                        <a:lnTo>
                          <a:pt x="0" y="21319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85" name="Google Shape;685;p38"/>
                  <p:cNvSpPr/>
                  <p:nvPr/>
                </p:nvSpPr>
                <p:spPr>
                  <a:xfrm>
                    <a:off x="4808166" y="2227915"/>
                    <a:ext cx="270999" cy="2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0999" h="21319" extrusionOk="0">
                        <a:moveTo>
                          <a:pt x="0" y="0"/>
                        </a:moveTo>
                        <a:lnTo>
                          <a:pt x="271000" y="0"/>
                        </a:lnTo>
                        <a:lnTo>
                          <a:pt x="271000" y="21319"/>
                        </a:lnTo>
                        <a:lnTo>
                          <a:pt x="0" y="21319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86" name="Google Shape;686;p38"/>
                  <p:cNvSpPr/>
                  <p:nvPr/>
                </p:nvSpPr>
                <p:spPr>
                  <a:xfrm>
                    <a:off x="5103802" y="2227915"/>
                    <a:ext cx="330829" cy="2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0829" h="21319" extrusionOk="0">
                        <a:moveTo>
                          <a:pt x="0" y="0"/>
                        </a:moveTo>
                        <a:lnTo>
                          <a:pt x="330829" y="0"/>
                        </a:lnTo>
                        <a:lnTo>
                          <a:pt x="330829" y="21319"/>
                        </a:lnTo>
                        <a:lnTo>
                          <a:pt x="0" y="21319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87" name="Google Shape;687;p38"/>
                  <p:cNvSpPr/>
                  <p:nvPr/>
                </p:nvSpPr>
                <p:spPr>
                  <a:xfrm>
                    <a:off x="4792549" y="2268801"/>
                    <a:ext cx="200167" cy="2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0167" h="21319" extrusionOk="0">
                        <a:moveTo>
                          <a:pt x="0" y="0"/>
                        </a:moveTo>
                        <a:lnTo>
                          <a:pt x="200167" y="0"/>
                        </a:lnTo>
                        <a:lnTo>
                          <a:pt x="200167" y="21319"/>
                        </a:lnTo>
                        <a:lnTo>
                          <a:pt x="0" y="21319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88" name="Google Shape;688;p38"/>
                  <p:cNvSpPr/>
                  <p:nvPr/>
                </p:nvSpPr>
                <p:spPr>
                  <a:xfrm>
                    <a:off x="5026596" y="2268801"/>
                    <a:ext cx="328853" cy="2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8853" h="21319" extrusionOk="0">
                        <a:moveTo>
                          <a:pt x="0" y="0"/>
                        </a:moveTo>
                        <a:lnTo>
                          <a:pt x="328854" y="0"/>
                        </a:lnTo>
                        <a:lnTo>
                          <a:pt x="328854" y="21319"/>
                        </a:lnTo>
                        <a:lnTo>
                          <a:pt x="0" y="21319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89" name="Google Shape;689;p38"/>
                  <p:cNvSpPr/>
                  <p:nvPr/>
                </p:nvSpPr>
                <p:spPr>
                  <a:xfrm>
                    <a:off x="4739540" y="2309688"/>
                    <a:ext cx="197088" cy="2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7088" h="21319" extrusionOk="0">
                        <a:moveTo>
                          <a:pt x="0" y="0"/>
                        </a:moveTo>
                        <a:lnTo>
                          <a:pt x="197089" y="0"/>
                        </a:lnTo>
                        <a:lnTo>
                          <a:pt x="197089" y="21319"/>
                        </a:lnTo>
                        <a:lnTo>
                          <a:pt x="0" y="21319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0" name="Google Shape;690;p38"/>
                  <p:cNvSpPr/>
                  <p:nvPr/>
                </p:nvSpPr>
                <p:spPr>
                  <a:xfrm>
                    <a:off x="4961265" y="2309688"/>
                    <a:ext cx="358984" cy="2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8984" h="21319" extrusionOk="0">
                        <a:moveTo>
                          <a:pt x="0" y="0"/>
                        </a:moveTo>
                        <a:lnTo>
                          <a:pt x="358984" y="0"/>
                        </a:lnTo>
                        <a:lnTo>
                          <a:pt x="358984" y="21319"/>
                        </a:lnTo>
                        <a:lnTo>
                          <a:pt x="0" y="21319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1" name="Google Shape;691;p38"/>
                  <p:cNvSpPr/>
                  <p:nvPr/>
                </p:nvSpPr>
                <p:spPr>
                  <a:xfrm>
                    <a:off x="4731623" y="2350574"/>
                    <a:ext cx="135499" cy="2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5499" h="21319" extrusionOk="0">
                        <a:moveTo>
                          <a:pt x="0" y="0"/>
                        </a:moveTo>
                        <a:lnTo>
                          <a:pt x="135500" y="0"/>
                        </a:lnTo>
                        <a:lnTo>
                          <a:pt x="135500" y="21319"/>
                        </a:lnTo>
                        <a:lnTo>
                          <a:pt x="0" y="21319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2" name="Google Shape;692;p38"/>
                  <p:cNvSpPr/>
                  <p:nvPr/>
                </p:nvSpPr>
                <p:spPr>
                  <a:xfrm>
                    <a:off x="4897038" y="2350574"/>
                    <a:ext cx="370427" cy="2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0427" h="21319" extrusionOk="0">
                        <a:moveTo>
                          <a:pt x="0" y="0"/>
                        </a:moveTo>
                        <a:lnTo>
                          <a:pt x="370427" y="0"/>
                        </a:lnTo>
                        <a:lnTo>
                          <a:pt x="370427" y="21319"/>
                        </a:lnTo>
                        <a:lnTo>
                          <a:pt x="0" y="21319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3" name="Google Shape;693;p38"/>
                  <p:cNvSpPr/>
                  <p:nvPr/>
                </p:nvSpPr>
                <p:spPr>
                  <a:xfrm>
                    <a:off x="4692465" y="2391460"/>
                    <a:ext cx="129342" cy="2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9342" h="21319" extrusionOk="0">
                        <a:moveTo>
                          <a:pt x="0" y="0"/>
                        </a:moveTo>
                        <a:lnTo>
                          <a:pt x="129342" y="0"/>
                        </a:lnTo>
                        <a:lnTo>
                          <a:pt x="129342" y="21319"/>
                        </a:lnTo>
                        <a:lnTo>
                          <a:pt x="0" y="21319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4" name="Google Shape;694;p38"/>
                  <p:cNvSpPr/>
                  <p:nvPr/>
                </p:nvSpPr>
                <p:spPr>
                  <a:xfrm>
                    <a:off x="4843805" y="2391460"/>
                    <a:ext cx="501089" cy="2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1089" h="21319" extrusionOk="0">
                        <a:moveTo>
                          <a:pt x="0" y="0"/>
                        </a:moveTo>
                        <a:lnTo>
                          <a:pt x="501089" y="0"/>
                        </a:lnTo>
                        <a:lnTo>
                          <a:pt x="501089" y="21319"/>
                        </a:lnTo>
                        <a:lnTo>
                          <a:pt x="0" y="21319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5" name="Google Shape;695;p38"/>
                  <p:cNvSpPr/>
                  <p:nvPr/>
                </p:nvSpPr>
                <p:spPr>
                  <a:xfrm>
                    <a:off x="4908473" y="2432347"/>
                    <a:ext cx="147814" cy="2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7814" h="21319" extrusionOk="0">
                        <a:moveTo>
                          <a:pt x="0" y="0"/>
                        </a:moveTo>
                        <a:lnTo>
                          <a:pt x="147815" y="0"/>
                        </a:lnTo>
                        <a:lnTo>
                          <a:pt x="147815" y="21319"/>
                        </a:lnTo>
                        <a:lnTo>
                          <a:pt x="0" y="21319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6" name="Google Shape;696;p38"/>
                  <p:cNvSpPr/>
                  <p:nvPr/>
                </p:nvSpPr>
                <p:spPr>
                  <a:xfrm>
                    <a:off x="5084450" y="2432347"/>
                    <a:ext cx="351947" cy="2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1947" h="21319" extrusionOk="0">
                        <a:moveTo>
                          <a:pt x="0" y="0"/>
                        </a:moveTo>
                        <a:lnTo>
                          <a:pt x="351947" y="0"/>
                        </a:lnTo>
                        <a:lnTo>
                          <a:pt x="351947" y="21319"/>
                        </a:lnTo>
                        <a:lnTo>
                          <a:pt x="0" y="21319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697" name="Google Shape;697;p38"/>
                  <p:cNvGrpSpPr/>
                  <p:nvPr/>
                </p:nvGrpSpPr>
                <p:grpSpPr>
                  <a:xfrm>
                    <a:off x="4528154" y="1851446"/>
                    <a:ext cx="952479" cy="26760"/>
                    <a:chOff x="4528154" y="1851446"/>
                    <a:chExt cx="952479" cy="26760"/>
                  </a:xfrm>
                </p:grpSpPr>
                <p:sp>
                  <p:nvSpPr>
                    <p:cNvPr id="698" name="Google Shape;698;p38"/>
                    <p:cNvSpPr/>
                    <p:nvPr/>
                  </p:nvSpPr>
                  <p:spPr>
                    <a:xfrm>
                      <a:off x="4528675" y="1851968"/>
                      <a:ext cx="951435" cy="2571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51435" h="25717" extrusionOk="0">
                          <a:moveTo>
                            <a:pt x="0" y="0"/>
                          </a:moveTo>
                          <a:lnTo>
                            <a:pt x="951436" y="0"/>
                          </a:lnTo>
                          <a:lnTo>
                            <a:pt x="951436" y="25717"/>
                          </a:lnTo>
                          <a:lnTo>
                            <a:pt x="0" y="25717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99" name="Google Shape;699;p38"/>
                    <p:cNvSpPr/>
                    <p:nvPr/>
                  </p:nvSpPr>
                  <p:spPr>
                    <a:xfrm>
                      <a:off x="4528154" y="1851446"/>
                      <a:ext cx="952479" cy="2676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52479" h="26760" extrusionOk="0">
                          <a:moveTo>
                            <a:pt x="952479" y="26761"/>
                          </a:moveTo>
                          <a:lnTo>
                            <a:pt x="0" y="26761"/>
                          </a:lnTo>
                          <a:lnTo>
                            <a:pt x="0" y="0"/>
                          </a:lnTo>
                          <a:lnTo>
                            <a:pt x="952479" y="0"/>
                          </a:lnTo>
                          <a:lnTo>
                            <a:pt x="952479" y="26761"/>
                          </a:lnTo>
                          <a:close/>
                          <a:moveTo>
                            <a:pt x="1051" y="25710"/>
                          </a:moveTo>
                          <a:lnTo>
                            <a:pt x="951436" y="25710"/>
                          </a:lnTo>
                          <a:lnTo>
                            <a:pt x="951436" y="1051"/>
                          </a:lnTo>
                          <a:lnTo>
                            <a:pt x="1051" y="1051"/>
                          </a:lnTo>
                          <a:lnTo>
                            <a:pt x="1051" y="25710"/>
                          </a:lnTo>
                          <a:close/>
                        </a:path>
                      </a:pathLst>
                    </a:custGeom>
                    <a:solidFill>
                      <a:srgbClr val="4F565E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</p:grpSp>
        <p:grpSp>
          <p:nvGrpSpPr>
            <p:cNvPr id="700" name="Google Shape;700;p38"/>
            <p:cNvGrpSpPr/>
            <p:nvPr/>
          </p:nvGrpSpPr>
          <p:grpSpPr>
            <a:xfrm>
              <a:off x="1457994" y="2986164"/>
              <a:ext cx="841015" cy="779292"/>
              <a:chOff x="2321453" y="2755055"/>
              <a:chExt cx="599398" cy="555407"/>
            </a:xfrm>
          </p:grpSpPr>
          <p:sp>
            <p:nvSpPr>
              <p:cNvPr id="701" name="Google Shape;701;p38"/>
              <p:cNvSpPr/>
              <p:nvPr/>
            </p:nvSpPr>
            <p:spPr>
              <a:xfrm>
                <a:off x="2321453" y="2755055"/>
                <a:ext cx="599398" cy="59805"/>
              </a:xfrm>
              <a:custGeom>
                <a:avLst/>
                <a:gdLst/>
                <a:ahLst/>
                <a:cxnLst/>
                <a:rect l="l" t="t" r="r" b="b"/>
                <a:pathLst>
                  <a:path w="599398" h="59805" extrusionOk="0">
                    <a:moveTo>
                      <a:pt x="0" y="0"/>
                    </a:moveTo>
                    <a:lnTo>
                      <a:pt x="599399" y="0"/>
                    </a:lnTo>
                    <a:lnTo>
                      <a:pt x="599399" y="59805"/>
                    </a:lnTo>
                    <a:lnTo>
                      <a:pt x="0" y="5980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2" name="Google Shape;702;p38"/>
              <p:cNvSpPr/>
              <p:nvPr/>
            </p:nvSpPr>
            <p:spPr>
              <a:xfrm>
                <a:off x="2321453" y="2814853"/>
                <a:ext cx="599398" cy="495609"/>
              </a:xfrm>
              <a:custGeom>
                <a:avLst/>
                <a:gdLst/>
                <a:ahLst/>
                <a:cxnLst/>
                <a:rect l="l" t="t" r="r" b="b"/>
                <a:pathLst>
                  <a:path w="599398" h="495609" extrusionOk="0">
                    <a:moveTo>
                      <a:pt x="0" y="0"/>
                    </a:moveTo>
                    <a:lnTo>
                      <a:pt x="599399" y="0"/>
                    </a:lnTo>
                    <a:lnTo>
                      <a:pt x="599399" y="495609"/>
                    </a:lnTo>
                    <a:lnTo>
                      <a:pt x="0" y="49560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3" name="Google Shape;703;p38"/>
              <p:cNvSpPr/>
              <p:nvPr/>
            </p:nvSpPr>
            <p:spPr>
              <a:xfrm>
                <a:off x="2469909" y="3119291"/>
                <a:ext cx="302472" cy="32120"/>
              </a:xfrm>
              <a:custGeom>
                <a:avLst/>
                <a:gdLst/>
                <a:ahLst/>
                <a:cxnLst/>
                <a:rect l="l" t="t" r="r" b="b"/>
                <a:pathLst>
                  <a:path w="302472" h="32120" extrusionOk="0">
                    <a:moveTo>
                      <a:pt x="0" y="0"/>
                    </a:moveTo>
                    <a:lnTo>
                      <a:pt x="302472" y="0"/>
                    </a:lnTo>
                    <a:lnTo>
                      <a:pt x="302472" y="32120"/>
                    </a:lnTo>
                    <a:lnTo>
                      <a:pt x="0" y="3212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4" name="Google Shape;704;p38"/>
              <p:cNvSpPr/>
              <p:nvPr/>
            </p:nvSpPr>
            <p:spPr>
              <a:xfrm>
                <a:off x="2469909" y="3194310"/>
                <a:ext cx="302472" cy="32120"/>
              </a:xfrm>
              <a:custGeom>
                <a:avLst/>
                <a:gdLst/>
                <a:ahLst/>
                <a:cxnLst/>
                <a:rect l="l" t="t" r="r" b="b"/>
                <a:pathLst>
                  <a:path w="302472" h="32120" extrusionOk="0">
                    <a:moveTo>
                      <a:pt x="0" y="0"/>
                    </a:moveTo>
                    <a:lnTo>
                      <a:pt x="302472" y="0"/>
                    </a:lnTo>
                    <a:lnTo>
                      <a:pt x="302472" y="32120"/>
                    </a:lnTo>
                    <a:lnTo>
                      <a:pt x="0" y="3212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5" name="Google Shape;705;p38"/>
              <p:cNvSpPr/>
              <p:nvPr/>
            </p:nvSpPr>
            <p:spPr>
              <a:xfrm>
                <a:off x="2353224" y="2774518"/>
                <a:ext cx="20872" cy="20871"/>
              </a:xfrm>
              <a:custGeom>
                <a:avLst/>
                <a:gdLst/>
                <a:ahLst/>
                <a:cxnLst/>
                <a:rect l="l" t="t" r="r" b="b"/>
                <a:pathLst>
                  <a:path w="20872" h="20871" extrusionOk="0">
                    <a:moveTo>
                      <a:pt x="20872" y="10436"/>
                    </a:moveTo>
                    <a:cubicBezTo>
                      <a:pt x="20872" y="16199"/>
                      <a:pt x="16200" y="20872"/>
                      <a:pt x="10436" y="20872"/>
                    </a:cubicBezTo>
                    <a:cubicBezTo>
                      <a:pt x="4672" y="20872"/>
                      <a:pt x="0" y="16199"/>
                      <a:pt x="0" y="10436"/>
                    </a:cubicBezTo>
                    <a:cubicBezTo>
                      <a:pt x="0" y="4672"/>
                      <a:pt x="4672" y="0"/>
                      <a:pt x="10436" y="0"/>
                    </a:cubicBezTo>
                    <a:cubicBezTo>
                      <a:pt x="16200" y="0"/>
                      <a:pt x="20872" y="4672"/>
                      <a:pt x="20872" y="10436"/>
                    </a:cubicBezTo>
                    <a:close/>
                  </a:path>
                </a:pathLst>
              </a:custGeom>
              <a:solidFill>
                <a:srgbClr val="4F565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6" name="Google Shape;706;p38"/>
              <p:cNvSpPr/>
              <p:nvPr/>
            </p:nvSpPr>
            <p:spPr>
              <a:xfrm>
                <a:off x="2405457" y="2774518"/>
                <a:ext cx="20872" cy="20871"/>
              </a:xfrm>
              <a:custGeom>
                <a:avLst/>
                <a:gdLst/>
                <a:ahLst/>
                <a:cxnLst/>
                <a:rect l="l" t="t" r="r" b="b"/>
                <a:pathLst>
                  <a:path w="20872" h="20871" extrusionOk="0">
                    <a:moveTo>
                      <a:pt x="20873" y="10436"/>
                    </a:moveTo>
                    <a:cubicBezTo>
                      <a:pt x="20873" y="16198"/>
                      <a:pt x="16199" y="20872"/>
                      <a:pt x="10436" y="20872"/>
                    </a:cubicBezTo>
                    <a:cubicBezTo>
                      <a:pt x="4674" y="20872"/>
                      <a:pt x="0" y="16198"/>
                      <a:pt x="0" y="10436"/>
                    </a:cubicBezTo>
                    <a:cubicBezTo>
                      <a:pt x="0" y="4674"/>
                      <a:pt x="4674" y="0"/>
                      <a:pt x="10436" y="0"/>
                    </a:cubicBezTo>
                    <a:cubicBezTo>
                      <a:pt x="16206" y="0"/>
                      <a:pt x="20873" y="4674"/>
                      <a:pt x="20873" y="10436"/>
                    </a:cubicBezTo>
                    <a:close/>
                  </a:path>
                </a:pathLst>
              </a:custGeom>
              <a:solidFill>
                <a:srgbClr val="4F565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7" name="Google Shape;707;p38"/>
              <p:cNvSpPr/>
              <p:nvPr/>
            </p:nvSpPr>
            <p:spPr>
              <a:xfrm>
                <a:off x="2457698" y="2774518"/>
                <a:ext cx="20872" cy="20871"/>
              </a:xfrm>
              <a:custGeom>
                <a:avLst/>
                <a:gdLst/>
                <a:ahLst/>
                <a:cxnLst/>
                <a:rect l="l" t="t" r="r" b="b"/>
                <a:pathLst>
                  <a:path w="20872" h="20871" extrusionOk="0">
                    <a:moveTo>
                      <a:pt x="20873" y="10436"/>
                    </a:moveTo>
                    <a:cubicBezTo>
                      <a:pt x="20873" y="16198"/>
                      <a:pt x="16199" y="20872"/>
                      <a:pt x="10436" y="20872"/>
                    </a:cubicBezTo>
                    <a:cubicBezTo>
                      <a:pt x="4674" y="20872"/>
                      <a:pt x="0" y="16198"/>
                      <a:pt x="0" y="10436"/>
                    </a:cubicBezTo>
                    <a:cubicBezTo>
                      <a:pt x="0" y="4674"/>
                      <a:pt x="4674" y="0"/>
                      <a:pt x="10436" y="0"/>
                    </a:cubicBezTo>
                    <a:cubicBezTo>
                      <a:pt x="16206" y="0"/>
                      <a:pt x="20873" y="4674"/>
                      <a:pt x="20873" y="10436"/>
                    </a:cubicBezTo>
                    <a:close/>
                  </a:path>
                </a:pathLst>
              </a:custGeom>
              <a:solidFill>
                <a:srgbClr val="4F565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08" name="Google Shape;708;p38"/>
              <p:cNvGrpSpPr/>
              <p:nvPr/>
            </p:nvGrpSpPr>
            <p:grpSpPr>
              <a:xfrm>
                <a:off x="2490110" y="2895813"/>
                <a:ext cx="288048" cy="177224"/>
                <a:chOff x="2490110" y="2895813"/>
                <a:chExt cx="288048" cy="177224"/>
              </a:xfrm>
            </p:grpSpPr>
            <p:sp>
              <p:nvSpPr>
                <p:cNvPr id="709" name="Google Shape;709;p38"/>
                <p:cNvSpPr/>
                <p:nvPr/>
              </p:nvSpPr>
              <p:spPr>
                <a:xfrm>
                  <a:off x="2490110" y="2933345"/>
                  <a:ext cx="89945" cy="1074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945" h="107489" extrusionOk="0">
                      <a:moveTo>
                        <a:pt x="52860" y="49302"/>
                      </a:moveTo>
                      <a:cubicBezTo>
                        <a:pt x="49088" y="51151"/>
                        <a:pt x="44786" y="52634"/>
                        <a:pt x="39978" y="53745"/>
                      </a:cubicBezTo>
                      <a:cubicBezTo>
                        <a:pt x="44794" y="54856"/>
                        <a:pt x="49088" y="56339"/>
                        <a:pt x="52860" y="58188"/>
                      </a:cubicBezTo>
                      <a:lnTo>
                        <a:pt x="84392" y="75288"/>
                      </a:lnTo>
                      <a:cubicBezTo>
                        <a:pt x="86397" y="76249"/>
                        <a:pt x="87821" y="77457"/>
                        <a:pt x="88663" y="78895"/>
                      </a:cubicBezTo>
                      <a:cubicBezTo>
                        <a:pt x="89513" y="80342"/>
                        <a:pt x="89946" y="81914"/>
                        <a:pt x="89946" y="83614"/>
                      </a:cubicBezTo>
                      <a:lnTo>
                        <a:pt x="89946" y="107490"/>
                      </a:lnTo>
                      <a:lnTo>
                        <a:pt x="0" y="60521"/>
                      </a:lnTo>
                      <a:lnTo>
                        <a:pt x="0" y="47081"/>
                      </a:lnTo>
                      <a:lnTo>
                        <a:pt x="89946" y="0"/>
                      </a:lnTo>
                      <a:lnTo>
                        <a:pt x="89946" y="23876"/>
                      </a:lnTo>
                      <a:cubicBezTo>
                        <a:pt x="89946" y="25583"/>
                        <a:pt x="89521" y="27148"/>
                        <a:pt x="88663" y="28594"/>
                      </a:cubicBezTo>
                      <a:cubicBezTo>
                        <a:pt x="87814" y="30041"/>
                        <a:pt x="86390" y="31278"/>
                        <a:pt x="84392" y="32314"/>
                      </a:cubicBezTo>
                      <a:lnTo>
                        <a:pt x="52860" y="49302"/>
                      </a:lnTo>
                      <a:close/>
                    </a:path>
                  </a:pathLst>
                </a:custGeom>
                <a:solidFill>
                  <a:srgbClr val="4F565E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0" name="Google Shape;710;p38"/>
                <p:cNvSpPr/>
                <p:nvPr/>
              </p:nvSpPr>
              <p:spPr>
                <a:xfrm>
                  <a:off x="2586616" y="2895813"/>
                  <a:ext cx="95051" cy="1772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051" h="177224" extrusionOk="0">
                      <a:moveTo>
                        <a:pt x="32643" y="164902"/>
                      </a:moveTo>
                      <a:cubicBezTo>
                        <a:pt x="31823" y="166900"/>
                        <a:pt x="30772" y="168674"/>
                        <a:pt x="29475" y="170232"/>
                      </a:cubicBezTo>
                      <a:cubicBezTo>
                        <a:pt x="28178" y="171783"/>
                        <a:pt x="26739" y="173080"/>
                        <a:pt x="25144" y="174116"/>
                      </a:cubicBezTo>
                      <a:cubicBezTo>
                        <a:pt x="23549" y="175152"/>
                        <a:pt x="21842" y="175935"/>
                        <a:pt x="20038" y="176449"/>
                      </a:cubicBezTo>
                      <a:cubicBezTo>
                        <a:pt x="18219" y="176971"/>
                        <a:pt x="16430" y="177224"/>
                        <a:pt x="14655" y="177224"/>
                      </a:cubicBezTo>
                      <a:lnTo>
                        <a:pt x="0" y="177224"/>
                      </a:lnTo>
                      <a:lnTo>
                        <a:pt x="63072" y="11659"/>
                      </a:lnTo>
                      <a:cubicBezTo>
                        <a:pt x="64556" y="7887"/>
                        <a:pt x="66807" y="5002"/>
                        <a:pt x="69848" y="2997"/>
                      </a:cubicBezTo>
                      <a:cubicBezTo>
                        <a:pt x="72882" y="999"/>
                        <a:pt x="76401" y="0"/>
                        <a:pt x="80396" y="0"/>
                      </a:cubicBezTo>
                      <a:lnTo>
                        <a:pt x="95052" y="0"/>
                      </a:lnTo>
                      <a:lnTo>
                        <a:pt x="32643" y="164902"/>
                      </a:lnTo>
                      <a:close/>
                    </a:path>
                  </a:pathLst>
                </a:custGeom>
                <a:solidFill>
                  <a:srgbClr val="4F565E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1" name="Google Shape;711;p38"/>
                <p:cNvSpPr/>
                <p:nvPr/>
              </p:nvSpPr>
              <p:spPr>
                <a:xfrm>
                  <a:off x="2688213" y="2933353"/>
                  <a:ext cx="89945" cy="1074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945" h="107489" extrusionOk="0">
                      <a:moveTo>
                        <a:pt x="89946" y="47081"/>
                      </a:moveTo>
                      <a:lnTo>
                        <a:pt x="89946" y="60521"/>
                      </a:lnTo>
                      <a:lnTo>
                        <a:pt x="0" y="107490"/>
                      </a:lnTo>
                      <a:lnTo>
                        <a:pt x="0" y="83614"/>
                      </a:lnTo>
                      <a:cubicBezTo>
                        <a:pt x="0" y="81914"/>
                        <a:pt x="425" y="80342"/>
                        <a:pt x="1282" y="78895"/>
                      </a:cubicBezTo>
                      <a:cubicBezTo>
                        <a:pt x="2132" y="77449"/>
                        <a:pt x="3563" y="76249"/>
                        <a:pt x="5554" y="75288"/>
                      </a:cubicBezTo>
                      <a:lnTo>
                        <a:pt x="37086" y="58188"/>
                      </a:lnTo>
                      <a:cubicBezTo>
                        <a:pt x="40865" y="56339"/>
                        <a:pt x="45159" y="54856"/>
                        <a:pt x="49967" y="53745"/>
                      </a:cubicBezTo>
                      <a:cubicBezTo>
                        <a:pt x="45152" y="52634"/>
                        <a:pt x="40865" y="51151"/>
                        <a:pt x="37086" y="49302"/>
                      </a:cubicBezTo>
                      <a:lnTo>
                        <a:pt x="5554" y="32314"/>
                      </a:lnTo>
                      <a:cubicBezTo>
                        <a:pt x="3556" y="31278"/>
                        <a:pt x="2124" y="30033"/>
                        <a:pt x="1282" y="28594"/>
                      </a:cubicBezTo>
                      <a:cubicBezTo>
                        <a:pt x="432" y="27148"/>
                        <a:pt x="0" y="25583"/>
                        <a:pt x="0" y="23876"/>
                      </a:cubicBezTo>
                      <a:lnTo>
                        <a:pt x="0" y="0"/>
                      </a:lnTo>
                      <a:lnTo>
                        <a:pt x="89946" y="47081"/>
                      </a:lnTo>
                      <a:close/>
                    </a:path>
                  </a:pathLst>
                </a:custGeom>
                <a:solidFill>
                  <a:srgbClr val="4F565E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41"/>
          <p:cNvSpPr txBox="1">
            <a:spLocks noGrp="1"/>
          </p:cNvSpPr>
          <p:nvPr>
            <p:ph type="subTitle" idx="4294967295"/>
          </p:nvPr>
        </p:nvSpPr>
        <p:spPr>
          <a:xfrm>
            <a:off x="1088125" y="2229509"/>
            <a:ext cx="3729900" cy="11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hlinkClick r:id="rId3"/>
              </a:rPr>
              <a:t>crina.bunescu@stud.acs.upb.ro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hlinkClick r:id="rId4"/>
              </a:rPr>
              <a:t>ana_mihaela.petre@stud.acs.upb.ro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maria.anton0312@stud.acs.upb.ro</a:t>
            </a:r>
            <a:endParaRPr dirty="0"/>
          </a:p>
        </p:txBody>
      </p:sp>
      <p:grpSp>
        <p:nvGrpSpPr>
          <p:cNvPr id="775" name="Google Shape;775;p41"/>
          <p:cNvGrpSpPr/>
          <p:nvPr/>
        </p:nvGrpSpPr>
        <p:grpSpPr>
          <a:xfrm>
            <a:off x="1191268" y="3514767"/>
            <a:ext cx="238665" cy="238652"/>
            <a:chOff x="266768" y="1721375"/>
            <a:chExt cx="397907" cy="397887"/>
          </a:xfrm>
        </p:grpSpPr>
        <p:sp>
          <p:nvSpPr>
            <p:cNvPr id="776" name="Google Shape;776;p41"/>
            <p:cNvSpPr/>
            <p:nvPr/>
          </p:nvSpPr>
          <p:spPr>
            <a:xfrm>
              <a:off x="454843" y="1791037"/>
              <a:ext cx="136218" cy="328222"/>
            </a:xfrm>
            <a:custGeom>
              <a:avLst/>
              <a:gdLst/>
              <a:ahLst/>
              <a:cxnLst/>
              <a:rect l="l" t="t" r="r" b="b"/>
              <a:pathLst>
                <a:path w="6527" h="15727" extrusionOk="0">
                  <a:moveTo>
                    <a:pt x="4957" y="1"/>
                  </a:moveTo>
                  <a:cubicBezTo>
                    <a:pt x="4645" y="1"/>
                    <a:pt x="4336" y="24"/>
                    <a:pt x="4028" y="69"/>
                  </a:cubicBezTo>
                  <a:cubicBezTo>
                    <a:pt x="2588" y="280"/>
                    <a:pt x="1700" y="890"/>
                    <a:pt x="1675" y="2250"/>
                  </a:cubicBezTo>
                  <a:lnTo>
                    <a:pt x="1675" y="5040"/>
                  </a:lnTo>
                  <a:cubicBezTo>
                    <a:pt x="1675" y="5348"/>
                    <a:pt x="1426" y="5599"/>
                    <a:pt x="1118" y="5599"/>
                  </a:cubicBezTo>
                  <a:lnTo>
                    <a:pt x="0" y="5599"/>
                  </a:lnTo>
                  <a:lnTo>
                    <a:pt x="0" y="6715"/>
                  </a:lnTo>
                  <a:lnTo>
                    <a:pt x="1118" y="6715"/>
                  </a:lnTo>
                  <a:cubicBezTo>
                    <a:pt x="1426" y="6715"/>
                    <a:pt x="1675" y="6965"/>
                    <a:pt x="1675" y="7274"/>
                  </a:cubicBezTo>
                  <a:lnTo>
                    <a:pt x="1675" y="15727"/>
                  </a:lnTo>
                  <a:lnTo>
                    <a:pt x="3352" y="15727"/>
                  </a:lnTo>
                  <a:lnTo>
                    <a:pt x="3352" y="7274"/>
                  </a:lnTo>
                  <a:cubicBezTo>
                    <a:pt x="3352" y="6965"/>
                    <a:pt x="3602" y="6715"/>
                    <a:pt x="3910" y="6715"/>
                  </a:cubicBezTo>
                  <a:lnTo>
                    <a:pt x="5709" y="6715"/>
                  </a:lnTo>
                  <a:lnTo>
                    <a:pt x="5987" y="5599"/>
                  </a:lnTo>
                  <a:lnTo>
                    <a:pt x="3910" y="5599"/>
                  </a:lnTo>
                  <a:cubicBezTo>
                    <a:pt x="3602" y="5599"/>
                    <a:pt x="3352" y="5348"/>
                    <a:pt x="3352" y="5040"/>
                  </a:cubicBezTo>
                  <a:lnTo>
                    <a:pt x="3352" y="3253"/>
                  </a:lnTo>
                  <a:cubicBezTo>
                    <a:pt x="3352" y="2316"/>
                    <a:pt x="3942" y="1677"/>
                    <a:pt x="4968" y="1504"/>
                  </a:cubicBezTo>
                  <a:cubicBezTo>
                    <a:pt x="5157" y="1473"/>
                    <a:pt x="5339" y="1460"/>
                    <a:pt x="5511" y="1460"/>
                  </a:cubicBezTo>
                  <a:cubicBezTo>
                    <a:pt x="5810" y="1460"/>
                    <a:pt x="6082" y="1498"/>
                    <a:pt x="6324" y="1546"/>
                  </a:cubicBezTo>
                  <a:lnTo>
                    <a:pt x="6526" y="182"/>
                  </a:lnTo>
                  <a:cubicBezTo>
                    <a:pt x="5988" y="62"/>
                    <a:pt x="5468" y="1"/>
                    <a:pt x="495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41"/>
            <p:cNvSpPr/>
            <p:nvPr/>
          </p:nvSpPr>
          <p:spPr>
            <a:xfrm>
              <a:off x="266768" y="1721375"/>
              <a:ext cx="397907" cy="397887"/>
            </a:xfrm>
            <a:custGeom>
              <a:avLst/>
              <a:gdLst/>
              <a:ahLst/>
              <a:cxnLst/>
              <a:rect l="l" t="t" r="r" b="b"/>
              <a:pathLst>
                <a:path w="19066" h="19065" extrusionOk="0">
                  <a:moveTo>
                    <a:pt x="2794" y="0"/>
                  </a:moveTo>
                  <a:cubicBezTo>
                    <a:pt x="1255" y="0"/>
                    <a:pt x="1" y="1253"/>
                    <a:pt x="1" y="2793"/>
                  </a:cubicBezTo>
                  <a:lnTo>
                    <a:pt x="1" y="16271"/>
                  </a:lnTo>
                  <a:cubicBezTo>
                    <a:pt x="1" y="17812"/>
                    <a:pt x="1255" y="19065"/>
                    <a:pt x="2794" y="19065"/>
                  </a:cubicBezTo>
                  <a:lnTo>
                    <a:pt x="9571" y="19065"/>
                  </a:lnTo>
                  <a:lnTo>
                    <a:pt x="9571" y="11171"/>
                  </a:lnTo>
                  <a:lnTo>
                    <a:pt x="8453" y="11171"/>
                  </a:lnTo>
                  <a:cubicBezTo>
                    <a:pt x="8145" y="11171"/>
                    <a:pt x="7896" y="10920"/>
                    <a:pt x="7896" y="10612"/>
                  </a:cubicBezTo>
                  <a:lnTo>
                    <a:pt x="7896" y="8378"/>
                  </a:lnTo>
                  <a:cubicBezTo>
                    <a:pt x="7896" y="8070"/>
                    <a:pt x="8145" y="7819"/>
                    <a:pt x="8453" y="7819"/>
                  </a:cubicBezTo>
                  <a:lnTo>
                    <a:pt x="9571" y="7819"/>
                  </a:lnTo>
                  <a:lnTo>
                    <a:pt x="9571" y="5836"/>
                  </a:lnTo>
                  <a:cubicBezTo>
                    <a:pt x="9571" y="3710"/>
                    <a:pt x="10741" y="2615"/>
                    <a:pt x="12878" y="2302"/>
                  </a:cubicBezTo>
                  <a:cubicBezTo>
                    <a:pt x="13231" y="2249"/>
                    <a:pt x="13591" y="2223"/>
                    <a:pt x="13956" y="2223"/>
                  </a:cubicBezTo>
                  <a:cubicBezTo>
                    <a:pt x="14725" y="2223"/>
                    <a:pt x="15517" y="2339"/>
                    <a:pt x="16318" y="2567"/>
                  </a:cubicBezTo>
                  <a:cubicBezTo>
                    <a:pt x="16589" y="2643"/>
                    <a:pt x="16759" y="2908"/>
                    <a:pt x="16718" y="3186"/>
                  </a:cubicBezTo>
                  <a:lnTo>
                    <a:pt x="16352" y="5650"/>
                  </a:lnTo>
                  <a:cubicBezTo>
                    <a:pt x="16329" y="5806"/>
                    <a:pt x="16240" y="5944"/>
                    <a:pt x="16111" y="6031"/>
                  </a:cubicBezTo>
                  <a:cubicBezTo>
                    <a:pt x="16006" y="6102"/>
                    <a:pt x="15912" y="6127"/>
                    <a:pt x="15818" y="6127"/>
                  </a:cubicBezTo>
                  <a:cubicBezTo>
                    <a:pt x="15717" y="6127"/>
                    <a:pt x="15614" y="6098"/>
                    <a:pt x="15494" y="6068"/>
                  </a:cubicBezTo>
                  <a:cubicBezTo>
                    <a:pt x="15202" y="5995"/>
                    <a:pt x="14879" y="5914"/>
                    <a:pt x="14527" y="5914"/>
                  </a:cubicBezTo>
                  <a:cubicBezTo>
                    <a:pt x="14409" y="5914"/>
                    <a:pt x="14289" y="5923"/>
                    <a:pt x="14165" y="5944"/>
                  </a:cubicBezTo>
                  <a:cubicBezTo>
                    <a:pt x="13534" y="6050"/>
                    <a:pt x="13481" y="6333"/>
                    <a:pt x="13481" y="6590"/>
                  </a:cubicBezTo>
                  <a:lnTo>
                    <a:pt x="13481" y="7819"/>
                  </a:lnTo>
                  <a:lnTo>
                    <a:pt x="15715" y="7819"/>
                  </a:lnTo>
                  <a:cubicBezTo>
                    <a:pt x="15887" y="7819"/>
                    <a:pt x="16048" y="7899"/>
                    <a:pt x="16154" y="8035"/>
                  </a:cubicBezTo>
                  <a:cubicBezTo>
                    <a:pt x="16260" y="8169"/>
                    <a:pt x="16297" y="8346"/>
                    <a:pt x="16256" y="8513"/>
                  </a:cubicBezTo>
                  <a:lnTo>
                    <a:pt x="15697" y="10747"/>
                  </a:lnTo>
                  <a:cubicBezTo>
                    <a:pt x="15635" y="10996"/>
                    <a:pt x="15412" y="11170"/>
                    <a:pt x="15156" y="11170"/>
                  </a:cubicBezTo>
                  <a:lnTo>
                    <a:pt x="13481" y="11170"/>
                  </a:lnTo>
                  <a:lnTo>
                    <a:pt x="13481" y="19065"/>
                  </a:lnTo>
                  <a:lnTo>
                    <a:pt x="16272" y="19065"/>
                  </a:lnTo>
                  <a:cubicBezTo>
                    <a:pt x="17813" y="19065"/>
                    <a:pt x="19066" y="17810"/>
                    <a:pt x="19066" y="16271"/>
                  </a:cubicBezTo>
                  <a:lnTo>
                    <a:pt x="19066" y="2793"/>
                  </a:lnTo>
                  <a:cubicBezTo>
                    <a:pt x="19066" y="1253"/>
                    <a:pt x="17813" y="0"/>
                    <a:pt x="1627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8" name="Google Shape;778;p41"/>
          <p:cNvGrpSpPr/>
          <p:nvPr/>
        </p:nvGrpSpPr>
        <p:grpSpPr>
          <a:xfrm>
            <a:off x="1703631" y="3555394"/>
            <a:ext cx="238652" cy="238652"/>
            <a:chOff x="1379798" y="1723250"/>
            <a:chExt cx="397887" cy="397887"/>
          </a:xfrm>
        </p:grpSpPr>
        <p:sp>
          <p:nvSpPr>
            <p:cNvPr id="779" name="Google Shape;779;p41"/>
            <p:cNvSpPr/>
            <p:nvPr/>
          </p:nvSpPr>
          <p:spPr>
            <a:xfrm>
              <a:off x="1462169" y="1793977"/>
              <a:ext cx="23354" cy="23312"/>
            </a:xfrm>
            <a:custGeom>
              <a:avLst/>
              <a:gdLst/>
              <a:ahLst/>
              <a:cxnLst/>
              <a:rect l="l" t="t" r="r" b="b"/>
              <a:pathLst>
                <a:path w="1119" h="1117" extrusionOk="0">
                  <a:moveTo>
                    <a:pt x="559" y="1"/>
                  </a:moveTo>
                  <a:cubicBezTo>
                    <a:pt x="251" y="1"/>
                    <a:pt x="0" y="250"/>
                    <a:pt x="0" y="558"/>
                  </a:cubicBezTo>
                  <a:cubicBezTo>
                    <a:pt x="0" y="866"/>
                    <a:pt x="251" y="1117"/>
                    <a:pt x="559" y="1117"/>
                  </a:cubicBezTo>
                  <a:cubicBezTo>
                    <a:pt x="867" y="1117"/>
                    <a:pt x="1118" y="866"/>
                    <a:pt x="1118" y="558"/>
                  </a:cubicBezTo>
                  <a:cubicBezTo>
                    <a:pt x="1118" y="250"/>
                    <a:pt x="867" y="1"/>
                    <a:pt x="55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41"/>
            <p:cNvSpPr/>
            <p:nvPr/>
          </p:nvSpPr>
          <p:spPr>
            <a:xfrm>
              <a:off x="1379798" y="1723250"/>
              <a:ext cx="397887" cy="397887"/>
            </a:xfrm>
            <a:custGeom>
              <a:avLst/>
              <a:gdLst/>
              <a:ahLst/>
              <a:cxnLst/>
              <a:rect l="l" t="t" r="r" b="b"/>
              <a:pathLst>
                <a:path w="19065" h="19065" extrusionOk="0">
                  <a:moveTo>
                    <a:pt x="4506" y="2271"/>
                  </a:moveTo>
                  <a:cubicBezTo>
                    <a:pt x="5429" y="2271"/>
                    <a:pt x="6181" y="3023"/>
                    <a:pt x="6181" y="3947"/>
                  </a:cubicBezTo>
                  <a:cubicBezTo>
                    <a:pt x="6181" y="4872"/>
                    <a:pt x="5429" y="5622"/>
                    <a:pt x="4506" y="5622"/>
                  </a:cubicBezTo>
                  <a:cubicBezTo>
                    <a:pt x="3583" y="5622"/>
                    <a:pt x="2831" y="4872"/>
                    <a:pt x="2831" y="3947"/>
                  </a:cubicBezTo>
                  <a:cubicBezTo>
                    <a:pt x="2831" y="3023"/>
                    <a:pt x="3583" y="2271"/>
                    <a:pt x="4506" y="2271"/>
                  </a:cubicBezTo>
                  <a:close/>
                  <a:moveTo>
                    <a:pt x="5622" y="6740"/>
                  </a:moveTo>
                  <a:cubicBezTo>
                    <a:pt x="5932" y="6740"/>
                    <a:pt x="6181" y="6989"/>
                    <a:pt x="6181" y="7299"/>
                  </a:cubicBezTo>
                  <a:lnTo>
                    <a:pt x="6181" y="16234"/>
                  </a:lnTo>
                  <a:cubicBezTo>
                    <a:pt x="6181" y="16544"/>
                    <a:pt x="5932" y="16793"/>
                    <a:pt x="5622" y="16793"/>
                  </a:cubicBezTo>
                  <a:lnTo>
                    <a:pt x="3388" y="16793"/>
                  </a:lnTo>
                  <a:cubicBezTo>
                    <a:pt x="3080" y="16793"/>
                    <a:pt x="2831" y="16544"/>
                    <a:pt x="2831" y="16234"/>
                  </a:cubicBezTo>
                  <a:lnTo>
                    <a:pt x="2831" y="7299"/>
                  </a:lnTo>
                  <a:cubicBezTo>
                    <a:pt x="2831" y="6989"/>
                    <a:pt x="3080" y="6740"/>
                    <a:pt x="3388" y="6740"/>
                  </a:cubicBezTo>
                  <a:close/>
                  <a:moveTo>
                    <a:pt x="12596" y="6721"/>
                  </a:moveTo>
                  <a:cubicBezTo>
                    <a:pt x="12811" y="6721"/>
                    <a:pt x="13027" y="6739"/>
                    <a:pt x="13241" y="6774"/>
                  </a:cubicBezTo>
                  <a:cubicBezTo>
                    <a:pt x="15058" y="7069"/>
                    <a:pt x="16235" y="8557"/>
                    <a:pt x="16235" y="10223"/>
                  </a:cubicBezTo>
                  <a:lnTo>
                    <a:pt x="16235" y="16234"/>
                  </a:lnTo>
                  <a:cubicBezTo>
                    <a:pt x="16235" y="16544"/>
                    <a:pt x="15985" y="16793"/>
                    <a:pt x="15676" y="16793"/>
                  </a:cubicBezTo>
                  <a:lnTo>
                    <a:pt x="13441" y="16793"/>
                  </a:lnTo>
                  <a:cubicBezTo>
                    <a:pt x="13133" y="16793"/>
                    <a:pt x="12884" y="16544"/>
                    <a:pt x="12884" y="16234"/>
                  </a:cubicBezTo>
                  <a:lnTo>
                    <a:pt x="12884" y="11209"/>
                  </a:lnTo>
                  <a:cubicBezTo>
                    <a:pt x="12884" y="10593"/>
                    <a:pt x="12382" y="10091"/>
                    <a:pt x="11766" y="10091"/>
                  </a:cubicBezTo>
                  <a:cubicBezTo>
                    <a:pt x="11150" y="10091"/>
                    <a:pt x="10650" y="10593"/>
                    <a:pt x="10650" y="11209"/>
                  </a:cubicBezTo>
                  <a:lnTo>
                    <a:pt x="10650" y="16234"/>
                  </a:lnTo>
                  <a:cubicBezTo>
                    <a:pt x="10650" y="16544"/>
                    <a:pt x="10399" y="16793"/>
                    <a:pt x="10091" y="16793"/>
                  </a:cubicBezTo>
                  <a:lnTo>
                    <a:pt x="7857" y="16793"/>
                  </a:lnTo>
                  <a:cubicBezTo>
                    <a:pt x="7547" y="16793"/>
                    <a:pt x="7298" y="16544"/>
                    <a:pt x="7298" y="16234"/>
                  </a:cubicBezTo>
                  <a:lnTo>
                    <a:pt x="7298" y="7299"/>
                  </a:lnTo>
                  <a:cubicBezTo>
                    <a:pt x="7298" y="6989"/>
                    <a:pt x="7547" y="6740"/>
                    <a:pt x="7857" y="6740"/>
                  </a:cubicBezTo>
                  <a:lnTo>
                    <a:pt x="10091" y="6740"/>
                  </a:lnTo>
                  <a:cubicBezTo>
                    <a:pt x="10377" y="6740"/>
                    <a:pt x="10613" y="6956"/>
                    <a:pt x="10644" y="7234"/>
                  </a:cubicBezTo>
                  <a:cubicBezTo>
                    <a:pt x="11219" y="6901"/>
                    <a:pt x="11901" y="6721"/>
                    <a:pt x="12596" y="6721"/>
                  </a:cubicBezTo>
                  <a:close/>
                  <a:moveTo>
                    <a:pt x="2831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31" y="19065"/>
                  </a:cubicBezTo>
                  <a:lnTo>
                    <a:pt x="16235" y="19065"/>
                  </a:lnTo>
                  <a:cubicBezTo>
                    <a:pt x="17774" y="19065"/>
                    <a:pt x="19065" y="17775"/>
                    <a:pt x="19065" y="16234"/>
                  </a:cubicBezTo>
                  <a:lnTo>
                    <a:pt x="19065" y="2831"/>
                  </a:lnTo>
                  <a:cubicBezTo>
                    <a:pt x="19065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41"/>
            <p:cNvSpPr/>
            <p:nvPr/>
          </p:nvSpPr>
          <p:spPr>
            <a:xfrm>
              <a:off x="1555413" y="1886846"/>
              <a:ext cx="139912" cy="163558"/>
            </a:xfrm>
            <a:custGeom>
              <a:avLst/>
              <a:gdLst/>
              <a:ahLst/>
              <a:cxnLst/>
              <a:rect l="l" t="t" r="r" b="b"/>
              <a:pathLst>
                <a:path w="6704" h="7837" extrusionOk="0">
                  <a:moveTo>
                    <a:pt x="4182" y="0"/>
                  </a:moveTo>
                  <a:cubicBezTo>
                    <a:pt x="3474" y="0"/>
                    <a:pt x="2782" y="261"/>
                    <a:pt x="2332" y="711"/>
                  </a:cubicBezTo>
                  <a:cubicBezTo>
                    <a:pt x="2108" y="935"/>
                    <a:pt x="1938" y="1142"/>
                    <a:pt x="1686" y="1142"/>
                  </a:cubicBezTo>
                  <a:cubicBezTo>
                    <a:pt x="1618" y="1142"/>
                    <a:pt x="1544" y="1127"/>
                    <a:pt x="1462" y="1093"/>
                  </a:cubicBezTo>
                  <a:cubicBezTo>
                    <a:pt x="1253" y="1006"/>
                    <a:pt x="1117" y="803"/>
                    <a:pt x="1117" y="576"/>
                  </a:cubicBezTo>
                  <a:lnTo>
                    <a:pt x="1117" y="17"/>
                  </a:lnTo>
                  <a:lnTo>
                    <a:pt x="1" y="17"/>
                  </a:lnTo>
                  <a:lnTo>
                    <a:pt x="1" y="7836"/>
                  </a:lnTo>
                  <a:lnTo>
                    <a:pt x="1117" y="7836"/>
                  </a:lnTo>
                  <a:lnTo>
                    <a:pt x="1117" y="3370"/>
                  </a:lnTo>
                  <a:cubicBezTo>
                    <a:pt x="1117" y="2137"/>
                    <a:pt x="2120" y="1135"/>
                    <a:pt x="3351" y="1135"/>
                  </a:cubicBezTo>
                  <a:cubicBezTo>
                    <a:pt x="4584" y="1135"/>
                    <a:pt x="5585" y="2137"/>
                    <a:pt x="5585" y="3370"/>
                  </a:cubicBezTo>
                  <a:lnTo>
                    <a:pt x="5585" y="7836"/>
                  </a:lnTo>
                  <a:lnTo>
                    <a:pt x="6703" y="7836"/>
                  </a:lnTo>
                  <a:lnTo>
                    <a:pt x="6703" y="2384"/>
                  </a:lnTo>
                  <a:cubicBezTo>
                    <a:pt x="6703" y="1266"/>
                    <a:pt x="5932" y="245"/>
                    <a:pt x="4648" y="38"/>
                  </a:cubicBezTo>
                  <a:cubicBezTo>
                    <a:pt x="4493" y="13"/>
                    <a:pt x="4337" y="0"/>
                    <a:pt x="418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41"/>
            <p:cNvSpPr/>
            <p:nvPr/>
          </p:nvSpPr>
          <p:spPr>
            <a:xfrm>
              <a:off x="1462169" y="1887200"/>
              <a:ext cx="23354" cy="163203"/>
            </a:xfrm>
            <a:custGeom>
              <a:avLst/>
              <a:gdLst/>
              <a:ahLst/>
              <a:cxnLst/>
              <a:rect l="l" t="t" r="r" b="b"/>
              <a:pathLst>
                <a:path w="1119" h="7820" extrusionOk="0">
                  <a:moveTo>
                    <a:pt x="0" y="0"/>
                  </a:moveTo>
                  <a:lnTo>
                    <a:pt x="0" y="7819"/>
                  </a:lnTo>
                  <a:lnTo>
                    <a:pt x="1118" y="7819"/>
                  </a:lnTo>
                  <a:lnTo>
                    <a:pt x="11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3" name="Google Shape;783;p41"/>
          <p:cNvGrpSpPr/>
          <p:nvPr/>
        </p:nvGrpSpPr>
        <p:grpSpPr>
          <a:xfrm>
            <a:off x="2206998" y="3525123"/>
            <a:ext cx="238640" cy="238652"/>
            <a:chOff x="864491" y="1723250"/>
            <a:chExt cx="397866" cy="397887"/>
          </a:xfrm>
        </p:grpSpPr>
        <p:sp>
          <p:nvSpPr>
            <p:cNvPr id="784" name="Google Shape;784;p41"/>
            <p:cNvSpPr/>
            <p:nvPr/>
          </p:nvSpPr>
          <p:spPr>
            <a:xfrm>
              <a:off x="935197" y="179397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41"/>
            <p:cNvSpPr/>
            <p:nvPr/>
          </p:nvSpPr>
          <p:spPr>
            <a:xfrm>
              <a:off x="1005109" y="186391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41"/>
            <p:cNvSpPr/>
            <p:nvPr/>
          </p:nvSpPr>
          <p:spPr>
            <a:xfrm>
              <a:off x="864491" y="172325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87" name="Google Shape;787;p41"/>
          <p:cNvSpPr txBox="1"/>
          <p:nvPr/>
        </p:nvSpPr>
        <p:spPr>
          <a:xfrm>
            <a:off x="1088125" y="608900"/>
            <a:ext cx="5153400" cy="10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F3F3F3"/>
                </a:solidFill>
                <a:latin typeface="Sora Medium"/>
                <a:ea typeface="Sora Medium"/>
                <a:cs typeface="Sora Medium"/>
                <a:sym typeface="Sora Medium"/>
              </a:rPr>
              <a:t>/Mulțumiri</a:t>
            </a:r>
            <a:endParaRPr sz="6000">
              <a:solidFill>
                <a:srgbClr val="F3F3F3"/>
              </a:solidFill>
              <a:latin typeface="Sora Medium"/>
              <a:ea typeface="Sora Medium"/>
              <a:cs typeface="Sora Medium"/>
              <a:sym typeface="Sora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ding Workshop by Slidesgo">
  <a:themeElements>
    <a:clrScheme name="Simple Light">
      <a:dk1>
        <a:srgbClr val="F3F3F3"/>
      </a:dk1>
      <a:lt1>
        <a:srgbClr val="25287C"/>
      </a:lt1>
      <a:dk2>
        <a:srgbClr val="191C55"/>
      </a:dk2>
      <a:lt2>
        <a:srgbClr val="2222A3"/>
      </a:lt2>
      <a:accent1>
        <a:srgbClr val="333EAF"/>
      </a:accent1>
      <a:accent2>
        <a:srgbClr val="3B64F9"/>
      </a:accent2>
      <a:accent3>
        <a:srgbClr val="92CAF7"/>
      </a:accent3>
      <a:accent4>
        <a:srgbClr val="F0DB70"/>
      </a:accent4>
      <a:accent5>
        <a:srgbClr val="E4A64B"/>
      </a:accent5>
      <a:accent6>
        <a:srgbClr val="0F0F33"/>
      </a:accent6>
      <a:hlink>
        <a:srgbClr val="F3F3F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230</Words>
  <Application>Microsoft Macintosh PowerPoint</Application>
  <PresentationFormat>On-screen Show (16:9)</PresentationFormat>
  <Paragraphs>42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1" baseType="lpstr">
      <vt:lpstr>Inconsolata</vt:lpstr>
      <vt:lpstr>Lato</vt:lpstr>
      <vt:lpstr>Fira Code</vt:lpstr>
      <vt:lpstr>Arial</vt:lpstr>
      <vt:lpstr>Calibri</vt:lpstr>
      <vt:lpstr>Roboto Condensed Light</vt:lpstr>
      <vt:lpstr>Sora Medium</vt:lpstr>
      <vt:lpstr>DM Sans</vt:lpstr>
      <vt:lpstr>Fira Sans Condensed Medium</vt:lpstr>
      <vt:lpstr>Advent Pro SemiBold</vt:lpstr>
      <vt:lpstr>Open Sans</vt:lpstr>
      <vt:lpstr>Coding Workshop by Slidesgo</vt:lpstr>
      <vt:lpstr>ECHO  Vizualizarea inteligentă a transporturilor de lemn </vt:lpstr>
      <vt:lpstr>/Cuprinsul recomandat al prezentării</vt:lpstr>
      <vt:lpstr>/Echipa și rolurile</vt:lpstr>
      <vt:lpstr>/Echipa</vt:lpstr>
      <vt:lpstr>/Problema și soluția</vt:lpstr>
      <vt:lpstr>/Pitch-ul proiectului</vt:lpstr>
      <vt:lpstr>/Implementare si tehnic</vt:lpstr>
      <vt:lpstr>/Demo live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Crina-Gabriela BUNESCU (150708)</cp:lastModifiedBy>
  <cp:revision>2</cp:revision>
  <dcterms:modified xsi:type="dcterms:W3CDTF">2025-12-13T14:31:29Z</dcterms:modified>
</cp:coreProperties>
</file>